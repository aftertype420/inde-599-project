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  <p:sldMasterId id="2147483664" r:id="rId2"/>
  </p:sldMasterIdLst>
  <p:notesMasterIdLst>
    <p:notesMasterId r:id="rId14"/>
  </p:notesMasterIdLst>
  <p:sldIdLst>
    <p:sldId id="258" r:id="rId3"/>
    <p:sldId id="284" r:id="rId4"/>
    <p:sldId id="285" r:id="rId5"/>
    <p:sldId id="286" r:id="rId6"/>
    <p:sldId id="296" r:id="rId7"/>
    <p:sldId id="299" r:id="rId8"/>
    <p:sldId id="298" r:id="rId9"/>
    <p:sldId id="289" r:id="rId10"/>
    <p:sldId id="294" r:id="rId11"/>
    <p:sldId id="293" r:id="rId12"/>
    <p:sldId id="295" r:id="rId13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8000"/>
    <a:srgbClr val="00CC00"/>
    <a:srgbClr val="FF00FF"/>
    <a:srgbClr val="00FF00"/>
    <a:srgbClr val="F6F6E7"/>
    <a:srgbClr val="CCCC00"/>
    <a:srgbClr val="ECECCB"/>
    <a:srgbClr val="FFFF99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56" autoAdjust="0"/>
    <p:restoredTop sz="95238" autoAdjust="0"/>
  </p:normalViewPr>
  <p:slideViewPr>
    <p:cSldViewPr snapToGrid="0">
      <p:cViewPr varScale="1">
        <p:scale>
          <a:sx n="107" d="100"/>
          <a:sy n="107" d="100"/>
        </p:scale>
        <p:origin x="1272" y="168"/>
      </p:cViewPr>
      <p:guideLst>
        <p:guide orient="horz" pos="2160"/>
        <p:guide pos="2880"/>
      </p:guideLst>
    </p:cSldViewPr>
  </p:slideViewPr>
  <p:notesTextViewPr>
    <p:cViewPr>
      <p:scale>
        <a:sx n="68" d="100"/>
        <a:sy n="68" d="100"/>
      </p:scale>
      <p:origin x="0" y="0"/>
    </p:cViewPr>
  </p:notesTextViewPr>
  <p:sorterViewPr>
    <p:cViewPr>
      <p:scale>
        <a:sx n="45" d="100"/>
        <a:sy n="45" d="100"/>
      </p:scale>
      <p:origin x="0" y="3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9:22:22.9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2593 8335 24575,'37'0'0,"1"0"0,7 0 0,5 0 0,4 0 0,5 0 0,0 0-780,-1 0 0,-1 0 1,1 0 779,-1 0 0,0 0 0,-1 0 0,-4 0 0,0 0 0,-2 0 151,-4 0 1,-2 0-1,0 0-151,13 0 0,-2 0 227,-6 0 1,-2 0-228,-9 0 0,-2 0 0,21 0 0,-19 0 1190,-11 0-1190,-2 0 240,1 0-240,7 0 0,0 0 0,3 0 0,-3 0 0,5 0 0,-13 0 0,0 1 0,-19-1 0,-3 1 0</inkml:trace>
  <inkml:trace contextRef="#ctx0" brushRef="#br0" timeOffset="-162183.73">4694 9129 24575,'12'-3'0,"14"1"0,8 2 0,22 0 0,7 0-851,-11 0 1,4 0 0,0 0 850,-10 0 0,0 0 0,1 0 0,-2 0 0,11 0 0,-1 0 0,-1 0 139,-6 0 1,-2 0 0,-1 0-140,14 0 0,-3 0 255,-10 0 1,-4 0-256,-7 0 0,-2 0 0,13 0 0,-9 0 1297,-17 0-1297,-3 0 324,-4 0-324,8 0 0,8 0 0,4-1 0,-3-1 0,-8 0 0,-8 2 0,-7 0 0,-5 1 0</inkml:trace>
  <inkml:trace contextRef="#ctx0" brushRef="#br0" timeOffset="-51143.73">2691 10170 24575,'28'0'0,"28"0"0,-9 0 0,6 0 0,-9 0 0,3 0 0,1 0-702,4 0 1,1 0 0,1-1 701,2 0 0,2-2 0,-2 0 0,0 0 0,-1-2 0,-1 0 0,-3-1 0,0 0 0,-2-1 225,-5 1 1,0-1-1,-3 0-225,8 0 0,-5-1 173,-11 3 1,-4 0-174,8-1 0,-10 3 0,4 3 1081,7 0-1081,1 0 0,-5 0 0,-11 0 0,-7 0 0,-3 0 0,2 0 0,4 0 0,3 0 0,-2 0 0,-3 0 0,-4 0 0,-9 0 0,-1 0 0,-5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9:35:25.5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12701 8330 24575,'58'1'0,"-19"3"0,4 2 0,-5-1 0,2 1 0,3 1-809,7 0 0,2 2 1,2-1 808,4 1 0,2 1 0,-1-1 0,-14-3 0,0 0 0,0 0 0,-1 0 0,14 2 0,-2 0 0,0 1 0,-4-1 0,-2 1 0,0 0 39,-4 1 1,-1 0 0,0 0-40,-2-1 0,-1 1 0,0-1 0,-2 1 0,-1-1 0,0 0 0,16 2 0,-2-1 275,-4-1 1,-3-1-276,-4-1 0,-2 0 0,-7-2 0,-2 0 0,19 4 1218,-4 0-1218,-1 2 538,-1 1-538,-1 1 0,-3 1 0,-4 0 0,-6-2 0,-7-1 0,-5-4 0,-2-1 0,-3-2 0,10 2 0,10 3 0,13 2 0,6 0 0,-5-2 0,-12-4 0,-15-2 0,-12 0 0,-12-2 0,-12 3 0,7-2 0,-3 0 0</inkml:trace>
  <inkml:trace contextRef="#ctx0" brushRef="#br0" timeOffset="1873">12596 8308 24575,'26'13'0,"12"13"0,-8-5 0,3 2 0,3 4 0,2 0 0,1 1 0,0-2 0,-4-3 0,-2-2 0,15 10 0,-15-9 0,-18-9 0,-13-6 0,-13-6 0,-8-5 0,-6-6 0,-6-5 0,-16-16 0,9 4 0,-8-8 0,21 11 0,6 1 0,9 3 0,4 0 0,3-11 0,0 5 0,-2-10 0,-1 11 0,-1 2 0,-1 4 0,0 3 0,0 3 0,3 3 0,4 3 0,7 2 0,39 0 0,3 1 0,-8 2 0,3 1 0,0 0 0,-2 0 0,-9 1 0,-2 1 0,21 1 0,-35-1 0,-15 0 0</inkml:trace>
  <inkml:trace contextRef="#ctx0" brushRef="#br0" timeOffset="3699">15091 8565 24575,'-1'8'0,"3"5"0,8 7 0,6 8 0,8 7 0,-8-14 0,-2 1 0,-7-16 0,3 5 0,2-2 0,1 2 0,-1 1 0,-3-3 0,-1 1 0,2 4 0,-3-6 0,0 4 0,-4-7 0,-1 1 0,2 0 0,2 3 0,-3 0 0,-3 1 0,-35 6 0,-10 2 0,-14 3 0,1-2 0,10-3 0,2-1 0,-4 1-231,-4 3 1,-5 1 0,1 0 0,6-2 230,10-4 0,3 0 0,4-2 0,-6 3 0,6-1 0,-6 3 0,26-10 0,9-4 0</inkml:trace>
  <inkml:trace contextRef="#ctx0" brushRef="#br0" timeOffset="201591">1808 12094 24575,'25'0'0,"31"0"0,-7 0 0,10 0 0,-16 0 0,5 0 0,4 0 0,2 0 0,0 0-986,-4 0 0,3 0 0,0 0 0,1 0 1,0 0-1,-2 0 986,9 0 0,-1 0 0,0 0 0,-1 0 0,-2 0 0,-3 0 0,0 0 0,-2 0 0,-3 0 0,-5 0 876,19 0 0,-8 0-876,-11 0 0,0 0 477,11 0 0,-2 0-477,-20 0 0,-1 0 0,5 0 0,-2 0 0,-8 0 3209,-6 0-3209,-2 0 0,1 0 0,0 0 0,-4 0 0,-7 0 0,-6 0 0,-2 0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20:34:24.8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2841 8997 24575,'0'19'0,"0"23"0,0-4 0,0 4 0,0 9 0,0 3 0,0 4 0,0 0 0,0-6 0,0-3 0,0-10 0,0-4 0,0 10 0,0-37 0,0-45 0,0-3 0,0-7 0,0 6 0,0-3 0,0-5 0,0-7 0,0-6 0,1-1 0,0 5 0,0 0 0,1 4 0,1-2 0,-2 6 0,1-3 0,1 2 0,0 9 0,2 3 0,1 7 0,4-2 0,-3 21 0,-1 9 0,1 6 0,4 11 0,6 21 0,0 11 0,0 7 0,-2-3 0,-1 3 0,-1-6 0,0 3 0,-2-1 0,0 7 0,-2-1 0,-1-4 0,0-2 0,-3-10 0,0-3 0,2 17 0,-2-20 0,-2-18 0,-2-8 0</inkml:trace>
  <inkml:trace contextRef="#ctx0" brushRef="#br0" timeOffset="780">2752 9279 24575,'20'-3'0,"36"-9"0,-1 0 0,7-2 0,-13 3 0,2-2 0,3 0 0,-6 2 0,3-1 0,0 1 0,-5 0 0,14-2 0,-5 1 0,-3 1 0,-15 5 0,-31 8 0,-9-1 0,-1 1 0</inkml:trace>
  <inkml:trace contextRef="#ctx0" brushRef="#br0" timeOffset="2362">3340 8726 24575,'0'38'0,"-2"20"0,2-10 0,0 3 0,0 2 0,0-1 0,1 1 0,0-2 0,1-6 0,0-1 0,-1-9 0,0-2 0,1 24 0,-2-30 0,0-12 0,0-25 0,0-21 0,-2-6 0,-2-19 0,-3 4 0,-3-3 0,0 7 0,0 8 0,3 7 0,1 6 0,3 2 0,2-2 0,1-2 0,0 0 0,0 7 0,1 9 0,5 11 0,17 19 0,18 17 0,-12-10 0,1 3 0,4 3 0,1 2 0,-2 0 0,0 0 0,-1-2 0,-3 0 0,-3-4 0,-2-2 0,14 13 0,-12-14 0,-8-9 0,-7-6 0,-3-3 0,-2-6 0,-4-9 0,0-19 0,-2-24 0,0 14 0,0-4 0,0-3 0,0-4 0,0 6 0,0-3 0,0 3 0,0 1 0,0 2 0,0-8 0,-1 7 0,-1 17 0,-2 13 0,1 9 0,1 2 0</inkml:trace>
  <inkml:trace contextRef="#ctx0" brushRef="#br0" timeOffset="3280">4047 8586 24575,'19'34'0,"-7"-4"0,10 25 0,-9-9 0,-4 3 0,-4-17 0,1 0 0,1 14 0,0 5 0,-4-26 0,-1-9 0,-2-9 0,0-3 0</inkml:trace>
  <inkml:trace contextRef="#ctx0" brushRef="#br0" timeOffset="4636">3611 8657 24575,'17'0'0,"27"-5"0,10-2 0,-7-2 0,3 0-549,6-1 1,5 0 0,-3-1 548,-14 2 0,-2 0 0,1 0 117,9-1 0,0 1 0,-4 1-117,-3 2 0,-3 1 157,3 0 1,-5 1-158,-8 4 0,-13 1 0,-2 6 834,-1 28-834,-8-6 145,3 23-145,-9-15 0,-1 4 0,-7 7 0,-9 4 0,5-24 0,-3 0 0,-11 12 0,-4 0 0,4-10 0,-3-2 0,-9 8 0,-5-2 0,-10-5 0,-1-6 0,16-6 0,1-1 0,-9 1 0,3-1 0,5-1 0,3-1 0,14-4 0,-2 0 0,10-5 0,4 1 0,4-3 0,2-1 0,1-2 0</inkml:trace>
  <inkml:trace contextRef="#ctx0" brushRef="#br0" timeOffset="52724">10697 7851 24575,'-7'7'0,"0"9"0,1 16 0,0 15 0,3 9 0,1-1 0,4-8 0,7-12 0,14-12 0,18-11 0,8-6 0,1-5 0,-1-7 0,-3-12 0,-2-10 0,-7-5 0,-14 0 0,-15 6 0,-19-1 0,-21-2 0,-5 8 0,-3 2 0,10 6 0,0 1 0,-10-3 0,4 3 0,3 6 0,11 6 0,9 2 0,5 1 0,3 1 0,3 2 0,0 0 0,2-3 0,0 0 0</inkml:trace>
  <inkml:trace contextRef="#ctx0" brushRef="#br0" timeOffset="53440">11133 7854 24575,'0'51'0,"0"6"0,0-20 0,0 2 0,0-4 0,0-1 0,0 18 0,0-23 0,0-16 0</inkml:trace>
  <inkml:trace contextRef="#ctx0" brushRef="#br0" timeOffset="54607">11043 7855 24575,'27'-3'0,"22"-4"0,-13 0 0,3 1 0,5-1 0,1 1 0,2 0 0,-4 2 0,10 0 0,-15 8 0,-40 19 0,-24 26 0,-4-10 0,-7 2 0,5-9 0,-3 1 0,-1-2-233,-5 2 0,-1-2 0,0-1 233,1-3 0,0 0 0,1-3 0,-9 4 0,4-3 0,10-7 0,4-2 0,-2 2 0,22-9 0,20-6 0,20-2 0,21 0 349,-15-1 1,4 1-350,1 2 0,4 2 0,-3 0 0,6 0 0,-2 1 0,9 3 0,-5 1 0,-8 0 0,-23-5 0,-9-2 0</inkml:trace>
  <inkml:trace contextRef="#ctx0" brushRef="#br0" timeOffset="56778">7025 7115 24575,'-17'40'0,"-1"0"0,0-3 0,-2 3 0,-1 2 0,1 0 0,-1 2 0,-2 1 0,0 3-1271,0-3 0,-1 3 0,-1 1 0,0 1 1,-1 0 1270,3-5 0,-2 2 0,1 0 0,-1 0 0,0 1 0,0-1 0,0 1 0,-1 0 0,1 0 0,-1 1 0,1-1 0,-1-1 0,0 0 0,0 0 0,0 0 0,0 0 0,0-1 0,0 2-150,-1 0 0,-1 2 1,0 0-1,1-1 0,1-2 1,1-1 149,-4 6 0,3-3 0,-1 0 0,1 0 228,-2 4 1,-1 1-1,2-3 1,3-4-229,-2 8 0,3-6 0,3-5 0,1-3 0,4-10 0,2-2 2886,-7 19-2886,8-15 2600,5-11-2600,3-9 852,0-23-852,-2-49 0,2 6 0,0-10 0,0 1 0,1 16 0,1 1 0,-1-2-319,0-15 0,-1-2 1,2 11 318,1-4 0,1 35 0,0 33 0,0 46 0,0-4 0,0 6 0,0-11 0,1 3 0,0 0-234,0 5 1,1 0 0,0-2 233,1-5 0,-1-1 0,1-3 0,1 8 0,0-4 461,1-12 0,0-5-461,3 0 0,2-15 0,2-15 0,12-7 0,21-11 0,-5-3 0,4-4 0,-9 3 0,3-1 0,-1-1 0,4-2 0,-1-1 0,0 0 0,-3 2 0,-2 1 0,-1 1 367,5-2 0,-5 4-367,2-3 0,-21 15 0,-20 9 0,-5 3 0,1-1 0,2 1 0,4-5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20:41:33.4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21356 12615 24575,'-14'21'0,"-16"28"0,6-8 0,0 6 0,5-7 0,-1 2 0,1 2-583,1 5 0,1 2 1,3 0 582,1-1 0,2-1 0,3 1 0,1-1 0,2 1 0,2-2 0,0-4 0,2-1 0,3 0 126,5 6 1,3 0 0,0-4-127,1 1 0,2-4 166,8 5 1,4-7-167,9-13 0,-1-8 0,3-4 221,10 0 1,-21-8 0,3 1 0</inkml:trace>
  <inkml:trace contextRef="#ctx0" brushRef="#br0" timeOffset="1366">21504 12910 24575,'0'20'0,"0"15"0,0 10 0,0 3 0,0-12 0,0 0 0,0 14 0,0-4 0,0-3 0,0-16 0,0-11 0,0 10 0,0-1 0,0 13 0,0-10 0,0-7 0,0-11 0,0-9 0,0-9 0,8-20 0,17-25 0,1 13 0,5-4 0,-6 11 0,2-1 0,0 1 0,1 0 0,0 1 0,0 2 0,7-8 0,-2 4 0,7-5 0,-20 22 0,-16 16 0,-17 13 0,-20 17 0,9-9 0,-2 2 0,-3 3 0,0 1 0,1-2 0,1-1 0,-15 13 0,15-11 0,14-10 0,8-4 0,9-1 0,16 6 0,18 6 0,-11-9 0,2 1 0,2 0 0,0-1 0,21 10 0,-13-6 0,-16-6 0,-12-4 0,-6-2 0,-4 1 0,-1-3 0,0 1 0</inkml:trace>
  <inkml:trace contextRef="#ctx0" brushRef="#br0" timeOffset="2333">21750 12402 24575,'29'16'0,"0"1"0,10 12 0,3 5 0,-6-3 0,1 3 0,-1 7 0,-8-1 0,0 5 0,-1 4 0,-2 0 0,-2-2-814,-1 0 1,-3-2 0,-2 1 0,0 3 813,-2-1 0,0 3 0,-2 1 0,-2-2 0,-4-3 0,-5 6 0,-4-3 0,-4-1 200,-3 1 0,-3 0 0,0-4-200,-3 6 0,-2-4 314,-6 3 1,-1-4-315,9-18 0,0-4 0,-9 19 0,6-12 1667,4-9-1667,6-4 89,4-8 0,1 0 0,2-8 1</inkml:trace>
  <inkml:trace contextRef="#ctx0" brushRef="#br0" timeOffset="113549">13047 6362 24575,'46'0'0,"0"0"0,9 0 0,6 0 0,-5 0 0,4 0 0,3 0-1140,-10 0 0,3 0 0,1 0 1,0 0 1139,-8-1 0,1 0 0,1-1 0,0 1 0,-1-1 0,1 0 0,0-1 0,0 0 0,0 0 0,0 0 0,2-1 0,-1 0 0,1 0 0,-2-1 0,-3 1 163,14-2 0,-4-1 1,0 1-164,2 1 0,-1 1 0,-5 0 0,-1 1 0,-4 0 467,-1 2 0,0-1-467,11 1 0,-2 0 0,-17 1 0,-2-1 0,10 1 0,-3 0 2327,10 0-2327,2 0 808,1 0-808,-26 0 0,0 0 0,3 0 0,0 0 0,1 0 0,-1 0 0,-1 0 0,-2 0 0,20-1 0,-7-3 0,-2-2 0,-3-2 0,-3 1 0,-12 3 0,-13 1 0,-6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20:46:30.3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1859 10374 24575,'0'26'0,"3"20"0,7-4 0,4 6 0,-2-9 0,2 2 0,1 1-703,3 5 1,2 2 0,1 0 702,0 4 0,1 1 0,-2-1 0,-2-3 0,-1-1 0,-1-1 183,-1-3 1,-1-1 0,-1-3-184,2 10 0,-1-4 189,-3-14 0,0-4-189,5 7 0,-5-21 0,-2-14 1076,-1-24-1076,0-16 102,1-13-102,-1 1 0,-1 14 0,-1 13 0,0 11 0,1 6 0,1 5 0,14 5 0,13 15 0,-9-2 0,2 3 0,4 6 0,-1 1 0,0 1 0,-2 1 0,-4-5 0,-3-1 0,10 9 0,-12-18 0,-12-26 0,-1-42 0,-5 7 0,-2-6 0,1 7 0,0-4 0,0 0-224,-1-2 0,1-1 1,-1 1 223,0 5 0,0 1 0,0 3 0,0-10 0,0 6 0,0-6 0,0 29 0,0 16 0</inkml:trace>
  <inkml:trace contextRef="#ctx0" brushRef="#br0" timeOffset="1268">2812 11257 24575,'18'-3'0,"17"-3"0,15-1 0,3-3 0,-16 0 0,-24 1 0,-23-3 0,-17-4 0,-26-8 0,14 11 0,-8 1 0,27 10 0,8 4 0,4 1 0,4 10 0,1 13 0,-2 13 0,2 8 0,-1 0 0,3-4 0,7-6 0,7-8 0,10-7 0,6-7 0,6-6 0,7-6 0,2-9 0,3-4 0,-12-3 0,-13 1 0,-11 5 0,-9 4 0</inkml:trace>
  <inkml:trace contextRef="#ctx0" brushRef="#br0" timeOffset="2799">3378 11224 24575,'-16'0'0,"2"0"0,2 0 0,4 1 0,2 1 0,0 6 0,-3 8 0,-3 9 0,-9 20 0,8-14 0,-1 3 0,14-23 0,5-6 0,5-4 0,11-1 0,-6 0 0,5 0 0,-3-11 0,7-18 0,-6-2 0,-1-2 0,7-16 0,-2-4 0,-21 45 0,-2 16 0,-3 16 0,4 12 0,0-3 0,0 1 0,4 14 0,5 8 0,5-37 0,14-9 0,1-7 0,17-14 0,-17-7 0,0-4 0,10-10 0,-2-7 0,-29 28 0</inkml:trace>
  <inkml:trace contextRef="#ctx0" brushRef="#br0" timeOffset="4398">3670 10443 24575,'0'16'0,"0"18"0,-1 26 0,5-18 0,2 7 0,0-2 0,-1 6 0,0 2 0,2-7 0,1 4 0,-1-3 0,0 8 0,-1-5 0,-3-18 0,-1-2 0,1 3 0,-1-5 0,-2-11 0,0-8 0,0 2 0,0-1 0,4-2 0,0-4 0,5-9 0,-2-10 0,0-5 0,14-27 0,-2 12 0,4-5 0,2-2 0,5-5 0,-2 3 0,5-7 0,-2 3 0,6-6 0,-6 9 0,-17 25 0,-15 17 0,-19 19 0,-13 11 0,-2 2 0,-2 2 0,10-9 0,0 1 0,-8 7 0,3-2 0,0 2 0,16-15 0,7-1 0,31 18 0,10 1 0,-4-6 0,5 2 0,12 3 0,2-3 0,-13-9 0,-1-2 0,7 3 0,-3-2 0,-6-5 0,-9-5 0,-12-3 0,0 4 0,-5-4 0,3 7 0,0-2 0,-4-2 0,-1-4 0,-3-3 0</inkml:trace>
  <inkml:trace contextRef="#ctx0" brushRef="#br0" timeOffset="-132685.73">18696 4014 24575,'0'14'0,"0"7"0,0 6 0,0 10 0,0 4 0,0 6 0,0 5 0,0-1 0,3 7 0,0-23 0,2 0 0,1-22 0,0-1 0,-1-3 0,-1 0 0,2-4 0,-2-6 0,3-7 0,-3-6 0,1-2 0,0 1 0,16-14 0,20-15 0,-13 16 0,2-2 0,3-1 0,0 0 0,-3 4 0,-3 3 0,4-3 0,-12 12 0,-17 19 0,-2 8 0,0 7 0,0 37 0,0-5 0,0-12 0,1 0 0,3 13 0,2-11 0,3-10 0,6-8 0,-2-11 0,3-1 0,-8-10 0,-1-5 0,-2-8 0,1-11 0,4-14 0,3-15 0,-6 22 0,0-1 0,1-2 0,-1 1 0,5-23 0,-3 17 0,-4 16 0,-2 12 0,0 5 0,0 0 0,-2 1 0,1 0 0,-2 2 0</inkml:trace>
  <inkml:trace contextRef="#ctx0" brushRef="#br0" timeOffset="-131681.73">19342 4518 24575,'0'15'0,"0"10"0,0 31 0,0-12 0,0 10 0,0-33 0,2-7 0,2-7 0,13 0 0,-4-2 0,11 2 0,-6-2 0,5 0 0,1-2 0,-2-1 0,-7-2 0,-7 0 0,-4 0 0</inkml:trace>
  <inkml:trace contextRef="#ctx0" brushRef="#br0" timeOffset="-130968.73">19411 4392 24575,'0'0'0</inkml:trace>
  <inkml:trace contextRef="#ctx0" brushRef="#br0" timeOffset="-130094.73">19819 4224 24575,'23'0'0,"12"0"0,19 0 0,-22 0 0,-1 0 0,29 0 0,-15 0 0,-17 0 0,-16 0 0,-8 0 0</inkml:trace>
  <inkml:trace contextRef="#ctx0" brushRef="#br0" timeOffset="-129194.73">19828 4456 24575,'39'0'0,"-1"0"0,3 0 0,0 0 0,0 0 0,-1 0 0,-2 0 0,-2 0 0,19 0 0,-26 0 0,-18 0 0</inkml:trace>
  <inkml:trace contextRef="#ctx0" brushRef="#br0" timeOffset="-127124.73">20994 3873 24575,'0'35'0,"0"6"0,0-9 0,0 0 0,0 17 0,0 9 0,0-15 0,0-14 0,0 6 0,0-23 0,0 3 0,0-10 0,0 0 0</inkml:trace>
  <inkml:trace contextRef="#ctx0" brushRef="#br0" timeOffset="-126257.73">20750 4365 24575,'51'0'0,"1"0"0,-10 0 0,2 0 0,4 0 0,5 0 0,4 0 0,1 0 0,-3 0 0,2 0 0,-3 0 0,1 0 0,-8 0 0,3 0 0,-3 0 0,-9 0 0,16 0 0,-23 0 0,-30 0 0,-3 0 0</inkml:trace>
  <inkml:trace contextRef="#ctx0" brushRef="#br0" timeOffset="-123876.73">20998 4597 24575,'0'23'0,"0"10"0,0 5 0,-1 0 0,0 3 0,0 15 0,-2 4 0,-4-1 0,-1-2 0,3-21 0,0-1 0,-3 3 0,1-6 0,2-14 0,4-12 0,1-12 0,0-16 0,0-14 0,2-12 0,2-5 0,1 12 0,2-2 0,0-3 0,2-3 0,1 6 0,-1 8 0,3 5 0,21-14 0,-3 62 0,1 13 0,0 6 0,-8-10 0,-1 2 0,10 11 0,-3-3 0,-8-8 0,5 5 0,-15-22 0,2-2 0,-9-14 0,-3-48 0,-1 4 0,-2 3 0,0 0 0,-2 1 0,-1 7 0,2 29 0,2 2 0,1-6 0,0 4 0,0-4 0,0 6 0,0-1 0,0 0 0,0 0 0,0 3 0,0 2 0</inkml:trace>
  <inkml:trace contextRef="#ctx0" brushRef="#br0" timeOffset="-121029.73">22815 4120 24575,'0'0'0</inkml:trace>
  <inkml:trace contextRef="#ctx0" brushRef="#br0" timeOffset="-119980.73">22829 4521 24575,'35'22'0,"-9"3"0,-2 5 0,-7-6 0,-3 3 0,5 25 0,-5 2 0,-10-19 0,-6 0 0,-8 19 0,-5-2 0,-6 4 0,3-26 0,-2-5 0,0-6 0,5-7 0,7-7 0,3-3 0</inkml:trace>
  <inkml:trace contextRef="#ctx0" brushRef="#br0" timeOffset="-109594.73">19012 5714 24575,'0'-30'0,"4"-12"0,1 9 0,1-3 0,3-7 0,0-2 0,2-9 0,-1 1 0,-3 14 0,-1 2 0,-2 2 0,-1 6 0,-4 8 0,-3 6 0,-2 5 0,-2 2 0,-2 4 0,0 2 0,0 2 0,0 2 0,0 6 0,0 9 0,-2 18 0,-2 23 0,7-18 0,1 4 0,0 9 0,2 3 0,0 3 0,2 1 0,1-20 0,1 0 0,-1 0 0,1 16 0,0 1 0,1-13 0,1 0 0,-1-2 0,1 2 0,1-2 0,1 6 0,1-4 0,4-2 0,0-10 0,1-6 0,-1-5 0,1-5 0,2-4 0,3-6 0,0-4 0,2-2 0,-3 0 0,-2-2 0,-4-4 0,-3-6 0,-3-4 0,-3 0 0,-4 1 0,-7 1 0,-6 1 0,-7-3 0,-2 2 0,1 1 0,3 1 0,6 3 0,2-1 0,5 0 0,3 0 0,4 1 0,3 1 0,3-1 0,7 1 0,6 1 0,5 1 0,-1 3 0,-4 1 0,-2 1 0,0 1 0,-3 0 0,-3 0 0,-2 0 0,-1 0 0,1 0 0,8 0 0,16-4 0,17-7 0,6-6 0,-7-2 0,-19 5 0,-18 7 0,-9 5 0,-3 1 0,0 1 0</inkml:trace>
  <inkml:trace contextRef="#ctx0" brushRef="#br0" timeOffset="-107491.73">19360 6074 24575,'0'22'0,"0"15"0,0 18 0,0-22 0,0 0 0,0 26 0,0-12 0,0-16 0,1-15 0,3-12 0,3-9 0,2-9 0,1-6 0,1-3 0,6-9 0,8-6 0,3-3 0,-1 4 0,-12 15 0,-9 14 0,-11 11 0,-5 6 0,-3 3 0,0-1 0,0 1 0,2-1 0,3 0 0,3 0 0,2-1 0,2-1 0,3 0 0,4 3 0,7 3 0,9 7 0,-2-5 0,2 1 0,-9-7 0,-1 0 0,-2 1 0,-3-1 0,-4 6 0,-1-5 0,-2-1 0,0-7 0</inkml:trace>
  <inkml:trace contextRef="#ctx0" brushRef="#br0" timeOffset="-104542.73">17932 10377 24575,'0'19'0,"0"29"0,0-3 0,0 5 0,0-10 0,0 2 0,0 0-293,0 6 0,0 1 1,0-1 292,0-5 0,0-1 0,0 0 96,0 2 0,0 0 0,0-3-96,0 2 0,0-3 73,0 3 0,0-4-73,0 3 0,0-17 0,0-3 111,0-16 0,0-1 0,0-5 0</inkml:trace>
  <inkml:trace contextRef="#ctx0" brushRef="#br0" timeOffset="-102684.73">18209 10578 24575,'-7'0'0,"-19"28"0,1 0 0,5-2 0,0 1 0,-6 10 0,4-2 0,9-6 0,6 0 0,5-14 0,2 0 0,2-12 0,2-1 0,2-1 0,2 2 0,1 2 0,2 3 0,0 2 0,-2 1 0,-3-1 0,-6 1 0,-7-4 0,-6 2 0,-2-5 0,-2 0 0,0 3 0,8-3 0,7 2 0,18-2 0,20 12 0,-10 1 0,2 5 0,7 7 0,-1 4 0,3 8 0,-2 1 0,-3 0 0,-2-1 0,-4-4 0,-3-2 0,-5-6 0,-2-1 0,7 15 0,-5-9 0,-4-6 0,0 2 0,-6-12 0,-2 2 0,-5-14 0,-1-2 0</inkml:trace>
  <inkml:trace contextRef="#ctx0" brushRef="#br0" timeOffset="-100241.73">17955 10856 24575,'7'-2'0,"8"-9"0,-4 1 0,12-11 0,0 0 0,14-10 0,-9 8 0,1-1 0,-19 15 0,-2-2 0,-6 3 0,3-1 0,-2-1 0,2-2 0,9-15 0,12-12 0,6-9 0,0 2 0,-10 15 0,-9 12 0,-7 10 0,-4 6 0</inkml:trace>
  <inkml:trace contextRef="#ctx0" brushRef="#br0" timeOffset="-87943.73">19683 5595 24575,'0'0'0</inkml:trace>
  <inkml:trace contextRef="#ctx0" brushRef="#br0" timeOffset="-86638.73">19672 5855 24575,'12'0'0,"-2"1"0,-4 1 0,-3 1 0,-2 1 0,-2 0 0,-1 0 0,1-1 0,-1-2 0</inkml:trace>
  <inkml:trace contextRef="#ctx0" brushRef="#br0" timeOffset="-83225.73">20627 5399 24575,'-33'0'0,"-6"0"0,-3 0 0,3 0 0,10 0 0,4 2 0,2 6 0,2 8 0,3 8 0,5 6 0,7 23 0,3-15 0,2 18 0,1-25 0,0-1 0,0-5 0,0-4 0,6 0 0,1-8 0,5-1 0,2-7 0,4 0 0,3 1 0,3 0 0,4-1 0,-2-2 0,-4-1 0,-10-2 0,-6 0 0</inkml:trace>
  <inkml:trace contextRef="#ctx0" brushRef="#br0" timeOffset="-82103.73">20380 5675 24575,'57'0'0,"-8"0"0,-22 0 0,-13 0 0,-8 0 0</inkml:trace>
  <inkml:trace contextRef="#ctx0" brushRef="#br0" timeOffset="-79339.73">20750 5857 24575,'-3'14'0,"0"13"0,3 15 0,0 7 0,0-4 0,0 1 0,0-19 0,0 1 0,0-17 0,0-3 0,0 0 0,0 1 0,0 1 0,0 1 0,0 5 0,2-6 0,-1-1 0,0-11 0,2-7 0,-2-2 0,2-2 0,0 2 0,-1 0 0,1 1 0,0 0 0,-1 1 0,0 2 0,0 0 0,0 2 0,1 2 0,1 0 0,0 0 0,2 0 0,2-1 0,6 1 0,-2 2 0,2 0 0,-6 1 0,4 0 0,-2-2 0,1 1 0,-3-1 0,-1 1 0,-2 2 0,-2 3 0,-8 4 0,-2 1 0,-9 2 0,-16 2 0,4-2 0,-10 1 0,12-5 0,10-1 0,8-2 0,11-1 0,7-2 0,8 0 0,25 22 0,-3 3 0,-13-5 0,0 3 0,15 16 0,-17-13 0,-4-3 0,-14-13 0,-5-2 0,-1-4 0,-1-2 0</inkml:trace>
  <inkml:trace contextRef="#ctx0" brushRef="#br0" timeOffset="-76507.73">21133 5644 24575,'21'0'0,"-1"0"0,1 0 0,-3 0 0,8 0 0,-2 0 0,8 2 0,-11 0 0,3 1 0,-8 2 0,-3-3 0,6 1 0,-12-1 0,-1 1 0,-8-1 0,-2 0 0,1-2 0,0 0 0</inkml:trace>
  <inkml:trace contextRef="#ctx0" brushRef="#br0" timeOffset="-75054.73">21178 5778 24575,'53'0'0,"-4"0"0,-9 0 0,0 0 0,-15 0 0,-4 1 0,-13 0 0,-3 1 0,1 0 0,5 0 0,-2 0 0,3 1 0,-2-1 0,-2 2 0,1 0 0,-3 0 0,1-2 0,-4 1 0,-1-2 0,0 1 0</inkml:trace>
  <inkml:trace contextRef="#ctx0" brushRef="#br0" timeOffset="-68473.73">21808 5202 24575,'53'0'0,"-15"0"0,3 0 0,9 0 0,2 0 0,3 0 0,-2 0 0,-6 0 0,-3 0 0,-12 0 0,-3 0 0,11 0 0,-24 0 0,-17 0 0,-25 0 0,-22 0 0,17 0 0,-3 0 0,-3 1 0,-2 0 0,-9 4 0,1 1 0,14-2 0,1 1 0,-5 2 0,4 0 0,3 1 0,10-1 0,7-2 0,7 0 0,3 1 0,2-1 0,0 3 0,1 2 0,0 10 0,5 12 0,15 14 0,-3-19 0,3 0 0,4 0 0,2 0 0,9 7 0,0 0 0,-13-12 0,-1-1 0,4 6 0,-5 2 0,-9 27 0,-13-8 0,-5-15 0,-3 0 0,-19 16 0,-5-4 0,14-20 0,1-1 0,-5 6 0,2 1 0,18-21 0,8-4 0,15-1 0,22-2 0,-11-2 0,1 0 0,4 0 0,0-1 0,-3 1 0,-3-2 0,14 1 0,-17 0 0,-16 0 0,-5 0 0</inkml:trace>
  <inkml:trace contextRef="#ctx0" brushRef="#br0" timeOffset="-66567.73">22568 5546 24575,'0'42'0,"0"-1"0,0-9 0,0 2 0,0 24 0,0 0 0,0-22 0,0-2 0,0 20 0,0-21 0,0-13 0,3-8 0,2-5 0,4-3 0,-2-5 0,-1-5 0,-4-10 0,-2-38 0,0 5 0,0 14 0,0 1 0,0-14 0,6 1 0,5 17 0,2 0 0,5-11 0,11 2 0,-21 40 0,-3 18 0,-1 25 0,4 5 0,1 5 0,0-11 0,1 1 0,3 13 0,1-3 0,-4-21 0,-1-5 0,6 12 0,2-11 0,-3-15 0,2-5 0,-6-8 0,2-3 0,-7-4 0,1-11 0,-5-19 0,-1-16 0,0 21 0,0-3 0,0-16 0,0 0 0,-1 19 0,0 0 0,0-9 0,-1 3 0,-1 10 0,0-4 0,2 9 0,1-5 0,0 11 0,0 8 0,0 6 0,0 2 0,0 3 0</inkml:trace>
  <inkml:trace contextRef="#ctx0" brushRef="#br0" timeOffset="-65583.73">23057 5959 24575,'0'36'0,"0"5"0,0-7 0,0 1 0,0 15 0,0 6 0,0-33 0,4-6 0,2-10 0,8-1 0,8-6 0,2-1 0,2-1 0,-8-1 0,-7-2 0,-6 2 0,-4 0 0</inkml:trace>
  <inkml:trace contextRef="#ctx0" brushRef="#br0" timeOffset="-64801.73">23091 5745 24575,'0'0'0</inkml:trace>
  <inkml:trace contextRef="#ctx0" brushRef="#br0" timeOffset="-55015.73">21844 6325 24575,'0'8'0,"-1"5"0,-1 9 0,0 8 0,1 4 0,1-4 0,0-6 0,0-7 0,0-4 0,0-2 0,0-1 0,0-1 0,11 2 0,-3-3 0,9 3 0,-5-5 0,0-1 0,0-2 0,1-1 0,0-2 0,-1-3 0,-5-2 0,-3-3 0,-3 2 0,-1 1 0</inkml:trace>
  <inkml:trace contextRef="#ctx0" brushRef="#br0" timeOffset="-54365.73">21798 6154 24575,'0'0'0</inkml:trace>
  <inkml:trace contextRef="#ctx0" brushRef="#br0" timeOffset="-53637.73">22036 6277 24575,'11'0'0,"7"0"0,10 0 0,2 0 0,-3 0 0,-10 0 0,-10 0 0,-4 0 0</inkml:trace>
  <inkml:trace contextRef="#ctx0" brushRef="#br0" timeOffset="-52771.73">22146 6384 24575,'49'0'0,"7"0"0,3 0 0,-6 0 0,-16 0 0,-16 1 0,-10 3 0,-8 0 0,-3 1 0,-2 0 0,1-4 0,-1 1 0</inkml:trace>
  <inkml:trace contextRef="#ctx0" brushRef="#br0" timeOffset="-51685.73">22538 6278 24575,'0'24'0,"0"23"0,0-13 0,0 1 0,0 5 0,0-1 0,0-2 0,0-2 0,0 14 0,0-17 0,0-17 0,-2-21 0,-1-51 0,0 14 0,-1-7 0,1-5-332,0 11 1,0-2-1,1-3 1,-1-2 0,0-4 331,0 3 0,1-4 0,-1-3 0,1-2 0,-1 0 0,0 0 0,1 3 0,-1 3-477,0-2 1,0 3-1,0 2 1,-1 0-1,1-1 1,0-2 476,0 0 0,0-3 0,0-2 0,0 1 0,0 3 0,-1 4 0,0 7 0,-2-5 0,0 6 0,-4 5 0,-7-12 0,-5 8 0,-16 1 0,-6 15 0,5 19 0,22 5 0,0 2 0</inkml:trace>
  <inkml:trace contextRef="#ctx0" brushRef="#br0" timeOffset="-51285.73">22144 4690 24575,'0'3'0,"0"-1"0</inkml:trace>
  <inkml:trace contextRef="#ctx0" brushRef="#br0" timeOffset="-48996.73">22037 4707 24575,'0'13'0,"0"12"0,0 21 0,0-15 0,0 1 0,0 3 0,0 0 0,0-3 0,0-1 0,0 13 0,0-21 0,0-17 0,0-24 0,0-20 0,0-2 0,0-3 0,0 12 0,0 0 0,0-8 0,0 5 0,2 10 0,7 15 0,17 21 0,10 16 0,3 7 0,-8-9 0,0 1 0,12 14 0,-4-1 0,-16-16 0,-4-3 0,2 4 0,-4-8 0,-11-20 0,-1-7 0,-3-8 0,-2-14 0,1-4 0,-1 6 0,0-2 0,0-17 0,0-1 0,-1 17 0,0 3 0,-2-14 0,-1 23 0,0 13 0,2 7 0</inkml:trace>
  <inkml:trace contextRef="#ctx0" brushRef="#br0" timeOffset="-40707.73">23538 5477 24575,'23'14'0,"19"18"0,-14-11 0,1 2 0,3 5 0,1 1 0,-4-2 0,-1 0 0,-6-5 0,-2 0 0,13 19 0,-17-20 0,-8-6 0,-7-13 0</inkml:trace>
  <inkml:trace contextRef="#ctx0" brushRef="#br0" timeOffset="-39940.73">23834 5456 24575,'-19'29'0,"-10"17"0,11-18 0,-1 2 0,-10 15 0,1-1 0,9-14 0,1-2 0,-2 3 0,3-5 0,8-10 0,5-11 0,4-3 0</inkml:trace>
  <inkml:trace contextRef="#ctx0" brushRef="#br0" timeOffset="-38399.73">22029 7154 24575,'0'27'0,"0"11"0,0 18 0,0-22 0,0 0 0,0-2 0,0 1 0,0 0 0,0-1 0,0 25 0,-1-6 0,-13 2 0,-4-18 0,-13 0 0,3-18 0,3-5 0,8-6 0,6-2 0,8-3 0,21-1 0,17 0 0,-4 0 0,5 0 0,3 0 0,1 0 0,5 0 0,0 1 0,-4-1 0,-3 1 0,-4 1 0,-3 0 0,16 3 0,-15 0 0,-9-2 0,-12-2 0,-5-1 0</inkml:trace>
  <inkml:trace contextRef="#ctx0" brushRef="#br0" timeOffset="-37157.73">21781 7154 24575,'28'0'0,"8"0"0,15 0 0,-20 0 0,2 0 0,-1 0 0,0 0 0,-1 0 0,-2 0 0,15 0 0,-15 0 0,-12 0 0,-4 0 0,-3 0 0,1 0 0,-1 0 0,1 0 0,-1 1 0,-5 2 0,-4-1 0,-5 1 0,-6-2 0,5-1 0,-2 0 0</inkml:trace>
  <inkml:trace contextRef="#ctx0" brushRef="#br0" timeOffset="-35084.73">22714 6658 24575,'0'38'0,"-2"-7"0,-1 4 0,-3 21 0,0 5-698,1-12 1,-1 1-1,1 1 698,0 4 0,0 0 0,1 0 0,0-1 0,1 1 0,1-2 0,1-5 0,1 0 0,-1-2 224,1-4 0,0-1 1,0 1-225,0 4 0,0 1 0,0-3 0,1 4 0,0-2 172,2 7 1,2-2-173,1-20 0,1-3 0,11 22 0,7-7 1075,-5-14-1075,10-4 0,2-13 0,8-4 0,8-4 0,-17-2 0,-7-2 0,-19 0 0</inkml:trace>
  <inkml:trace contextRef="#ctx0" brushRef="#br0" timeOffset="-33211.73">22798 7301 24575,'23'22'0,"1"-3"0,0 0 0,-1-6 0,-1-4 0,-4-3 0,3-4 0,-7-1 0,2-1 0,-5 0 0,-2-2 0,-2-11 0,-4-1 0,-2-10 0,-1 3 0,-2 1 0,-4-1 0,-4-1 0,0-1 0,2-11 0,4 11 0,2-3 0,1 17 0,0 5 0,-3 11 0,3 16 0,-2 22 0,2-14 0,2 5 0,2 3 0,1 4 0,0-1 0,0 7 0,1 0 0,0-8 0,1 3 0,-2-4 0,1-2 0,-2-3 0,-1 3 0,-1-3 0,0 12 0,-1-4 0,-1-26 0,-2-6 0,-5-5 0,-5-3 0,-4-3 0,-3-1 0,7-3 0,1-6 0,10-4 0,1-3 0,1 2 0,0 4 0,1 4 0,1 3 0,4 3 0,0 0 0,-1 1 0,-2 0 0</inkml:trace>
  <inkml:trace contextRef="#ctx0" brushRef="#br0" timeOffset="-32137.73">23198 7802 24575,'0'17'0,"0"10"0,0 5 0,0 3 0,0-6 0,0-9 0,-1 2 0,1-10 0,6 0 0,8-8 0,9-3 0,5-1 0,-2 0 0,1-4 0,-11 1 0,-3-2 0,-11 2 0</inkml:trace>
  <inkml:trace contextRef="#ctx0" brushRef="#br0" timeOffset="-31385.73">23258 7686 24575,'0'0'0</inkml:trace>
  <inkml:trace contextRef="#ctx0" brushRef="#br0" timeOffset="-26748.73">23358 7328 24575,'22'-3'0,"15"1"0,18 2 0,-23 0 0,2 0 0,-3 0 0,0 0 0,26 0 0,-4-3 0,-1 0 0,-19 1 0,-1 0 0,12-1 0,6 3 0,-21 0 0,22 0 0,-16 0 0,7 0 0,-32 0 0,-10 0 0,-8 0 0</inkml:trace>
  <inkml:trace contextRef="#ctx0" brushRef="#br0" timeOffset="-25835.73">23334 7578 24575,'28'0'0,"11"0"0,11 0 0,-20 0 0,2 0 0,9 0 0,0 0 0,13 0 0,1 0 0,-30 0 0,-11 0 0,-3 0 0,-8 0 0</inkml:trace>
  <inkml:trace contextRef="#ctx0" brushRef="#br0" timeOffset="-24572.73">23723 7034 24575,'0'54'0,"0"-7"0,0 3 0,0-9 0,0 1 0,0 14 0,0-2 0,0-16 0,0-2 0,0-2 0,0-1 0,0-2 0,0-1 0,0 29 0,0-7 0,0 5 0,0-17 0,0-1 0,0-18 0,0-1 0,0-8 0,0 1 0,0-6 0,0 0 0,-1 4 0,-1 2 0,-3 9 0,0-4 0,-1 5 0,1-9 0,3-6 0,1-3 0</inkml:trace>
  <inkml:trace contextRef="#ctx0" brushRef="#br0" timeOffset="-23093.73">23667 7618 24575,'32'0'0,"0"0"0,0 0 0,-1 0 0,27 0 0,-5 0 0,-11 0 0,-15 0 0,-8 0 0,-4 0 0,0 0 0,6 0 0,-4 0 0,-3 0 0,-6 0 0,-4 0 0</inkml:trace>
  <inkml:trace contextRef="#ctx0" brushRef="#br0" timeOffset="-19319.73">22638 8887 24575,'2'-14'0,"4"-8"0,8-14 0,3-10 0,1-6 0,-4 6 0,-6 4 0,-4 16 0,-3-1 0,-1 8 0,0-24 0,-1 7 0,-2-17 0,-2 18 0,-1 8 0,-2 12 0,-3 8 0,0 9 0,-4 14 0,-1 22 0,6-8 0,1 7 0,0 8 0,1 8 0,1-3 0,-2 9 0,1 0-177,2-3 1,0 4-1,1-5 177,1-1 0,1-4 0,0-1 0,0 0 0,1 6 0,0-3 0,1-19 0,0-2 0,0 7 0,0-4 0,2-3 0,7-3 530,0-10-530,11-4 0,2-8 0,4-2 0,9 0 0,-10-3 0,-2-5 0,-15-6 0,-9-21 0,-5 5 0,-7-9 0,-4 16 0,-2 4 0,-3 2 0,-15-5 0,11 4 0,-10-5 0,15 6 0,5-1 0,4 1 0,6-4 0,4 4 0,9-3 0,9 6 0,22-4 0,-6 6 0,7-2 0,-18 7 0,-6 2 0,-7 0 0,-3 1 0</inkml:trace>
  <inkml:trace contextRef="#ctx0" brushRef="#br0" timeOffset="-16919.73">22932 9063 24575,'0'24'0,"0"8"0,0 0 0,0 2 0,0 0 0,-1 0 0,0-1 0,-1 0 0,0 20 0,1-11 0,1-16 0,0-8 0,0-4 0,0-5 0,0-1 0,0-6 0,0-14 0,0 0 0,0-14 0,0 4 0,3-1 0,3-1 0,0 3 0,1 4 0,-1 5 0,3 0 0,-2 4 0,4-2 0,-4 5 0,0 1 0,8 2 0,-2 1 0,5 1 0,-8 1 0,-5 3 0,-3 2 0,-2 3 0,-1 0 0,-5 1 0,-7 0 0,-7 1 0,-3 1 0,2 0 0,1 1 0,5-3 0,4-1 0,5-3 0,9-2 0,9-2 0,16-1 0,16 2 0,11 7 0,-1 6 0,-25-3 0,-2 0 0,4 8 0,-6-6 0,-20-8 0</inkml:trace>
  <inkml:trace contextRef="#ctx0" brushRef="#br0" timeOffset="-15898.73">23360 8386 24575,'0'22'0,"-4"17"0,1-10 0,0 4 0,0 9 0,-1 4 0,1 5 0,1 2 0,0 1 0,2 0 0,-1-4 0,2 1 0,2-10 0,3 1 0,2-3 0,5-3 0,4-2 0,7 10 0,5-6 0,1-22 0,3-6 0,13 0 0,-1-3 0,14 2 0,-25-7 0,-4-2 0,-6-8 0,-15 0 0,-3-2 0,-6 5 0</inkml:trace>
  <inkml:trace contextRef="#ctx0" brushRef="#br0" timeOffset="-14215.73">23561 8780 24575,'0'-17'0,"0"-32"0,2 5 0,1 13 0,1 1 0,6 2 0,7 11 0,7 8 0,4 5 0,3 1 0,-6 5 0,-10 8 0,-8 12 0,-8 14 0,-3 11 0,-1-7 0,-1 1 0,1-8 0,0-1 0,-1 10 0,0-1 0,-3 17 0,5-23 0,0-9 0,4-29 0,2-12 0,9-29 0,-1 7 0,7-10 0,-7 20 0,7-15 0,-5 14 0,7-13 0,-7 19 0,-4 7 0,-4 5 0,-4 5 0,-3 3 0,-2 5 0,-2 4 0,1 7 0,-1 8 0,-1 13 0,0 13 0,5-8 0,0 1 0,3 17 0,3-22 0,5-5 0,16-3 0,9-10 0,5-7 0,-4-7 0,-8-3 0,-7-1 0,-11 0 0,-4-1 0</inkml:trace>
  <inkml:trace contextRef="#ctx0" brushRef="#br0" timeOffset="-13297.73">24032 8955 24575,'0'29'0,"0"3"0,0 2 0,0-6 0,1-11 0,5-9 0,3-5 0,6-3 0,-2 0 0,2 0 0,-6-2 0,-3 2 0,-1-2 0</inkml:trace>
  <inkml:trace contextRef="#ctx0" brushRef="#br0" timeOffset="-12668.73">24082 8752 24575,'0'0'0</inkml:trace>
  <inkml:trace contextRef="#ctx0" brushRef="#br0" timeOffset="-11529.73">24005 8224 24575,'8'9'0,"12"11"0,15 18 0,-13-12 0,2 2 0,5 5 0,-1 4 0,-6-1 0,-1 4 0,-2-2 0,3 5 0,-3 1 0,-4-6 0,-2 1 0,-2 0 0,-4 13 0,-2-2 0,-2-10 0,-1 1 0,0 9 0,-1 1 0,-1-3 0,1-4 0,1 15 0,-2-26 0,1-3 0,1-8 0,-3-5 0,-2-8 0,-4-2 0,0-4 0,-3 0 0,3 0 0,3-2 0,2 0 0</inkml:trace>
  <inkml:trace contextRef="#ctx0" brushRef="#br0" timeOffset="-10114.73">24209 8014 24575,'20'25'0,"10"16"0,-5 2 0,2 4 0,-2-4 0,-1 4 0,-8-3 0,1 6 0,-2 1 0,-1-4 0,-1-6 0,-2-3 0,0 4 0,0 8 0,0 6 0,-1 0 0,-1-6 0,-2 7 0,-1-3 0,-1-9 0,0 3 0,-1-2 0,-3-1 0,-2-1 0,0-2 0,-2 9 0,-3 1 0,1-9 0,-1 1 0,-2-3 0,-6 2 0,-3-3 0,0-4 0,-3-1 0,-8 4 0,-1-1 0,4-9 0,-1-1 0,-7 5 0,-4-1 0,-5 0 0,1-2 0,13-10 0,0-2 0,-5 4 0,3-2 0,5-3 0,14-7 0,3-4 0,7-5 0</inkml:trace>
  <inkml:trace contextRef="#ctx0" brushRef="#br0" timeOffset="32143.27">19887 12299 24575,'0'28'0,"-5"24"0,-1-13 0,-4 6 0,-5 6 0,-3 6 0,0-2 0,2-11 0,0-1 0,-2 0 0,-4 9 0,-1 2 0,0-6 0,-1-4 0,-1-4 0,-4-3 0,-1-3 0,-9 8 0,-6-4 0,27-27 0,3-5 0,-1-4 0,-6-6 0,-8-20 0,10 0 0,2-4 0,-2-10 0,2-4 0,1-5 0,4-2 0,3 4 0,3 0 0,3 8 0,1 3 0,2-14 0,3 22 0,28 15 0,0 8 0,23 4 0,-11 6 0,-3 10 0,-3 15 0,-4 16 0,-16-19 0,0 2 0,0 2 0,-1 0 0,0 0 0,0-1 0,-1-3 0,0-1 0,16 20 0,1-12 0,5-8 0,4-7 0,2-7 0,-2-6 0,-6-4 0,-10-3 0,-6-1 0,-7-2 0,-5-2 0,-5 0 0,-2 0 0,-1 2 0</inkml:trace>
  <inkml:trace contextRef="#ctx0" brushRef="#br0" timeOffset="34070.27">20099 13030 24575,'0'11'0,"0"10"0,0 21 0,0 15 0,0-22 0,0 0 0,0-1 0,0-1 0,0 24 0,0-12 0,0-10 0,0 2 0,0-13 0,0 1 0,0-17 0,0-8 0,0-12 0,2-14 0,3-7 0,4 0 0,2 4 0,0 7 0,-2 8 0,-1 5 0,0 4 0,0 2 0,2-2 0,6-2 0,14-8 0,16-9 0,-19 10 0,1 1 0,22-13 0,-12 11 0,-19 9 0,-13 10 0,-13 10 0,-13 9 0,-5 1 0,-19 15 0,12-10 0,-1-2 0,-12 1 0,9-8 0,9-8 0,7-4 0,11-5 0,12-3 0,15-1 0,15-1 0,0 5 0,3 2 0,17 9 0,-18-3 0,-2 2 0,5 13 0,-7-1 0,-8-5 0,-1-3 0,-14-9 0,2-3 0</inkml:trace>
  <inkml:trace contextRef="#ctx0" brushRef="#br0" timeOffset="35075.27">20501 12695 24575,'21'0'0,"30"0"0,-5 0 0,6 0 0,-11 0 0,2 0 0,0 0 0,2 0 0,1 0 0,-2 0 0,10 0 0,-4 0 0,-17 0 0,-5 0 0,3 0 0,-25 0 0,-14 0 0,-42 15 0,33-12 0,-27 11 0</inkml:trace>
  <inkml:trace contextRef="#ctx0" brushRef="#br0" timeOffset="35962.27">20612 13016 24575,'18'-3'0,"18"0"0,21 3 0,-9 0 0,0 0 0,-15 0 0,0 0 0,8 0 0,-4 0 0,-7 0 0,4 0 0,4 0 0,-11 0 0,2 1 0,-22 2 0,-6 0 0,-10 0 0,6-2 0,-6-1 0</inkml:trace>
  <inkml:trace contextRef="#ctx0" brushRef="#br0" timeOffset="43788.27">21714 12125 24575,'0'13'0,"0"8"0,0 8 0,0 14 0,0-4 0,0 3 0,0-10 0,0 1 0,0 9 0,0-1 0,0 6 0,0-8 0,0-14 0,-1-3 0,0-9 0,-2-3 0,0 7 0,0-1 0,0 5 0,2-5 0,0-4 0,1-7 0,0-2 0</inkml:trace>
  <inkml:trace contextRef="#ctx0" brushRef="#br0" timeOffset="44802.27">21486 12871 24575,'12'0'0,"16"0"0,25 0 0,-9 0 0,5 0 0,9 0 0,3 0 0,-10 0 0,2 0 0,-4 0 0,3 0 0,-5 0 0,0 0 0,-11 0 0,-23 0 0,-11 0 0,-4 0 0</inkml:trace>
  <inkml:trace contextRef="#ctx0" brushRef="#br0" timeOffset="46277.27">21692 13173 24575,'0'-10'0,"0"-2"0,0-5 0,3 0 0,2 7 0,4 2 0,17 12 0,-5 7 0,14 12 0,-11 12 0,-3 11 0,-13-5 0,-3 3 0,0-11 0,-3 2 0,-1 11 0,-5 2 0,-13 0 0,-4-3 0,6-12 0,-1-2 0,-9 9 0,0-4 0,2-4 0,13-13 0,24-11 0,19-7 0,7-5 0,-5 2 0,1-2 0,16-1 0,-1-1 0,-19 2 0,-4 0 0,11-1 0,-15 4 0,-16 1 0,-3 0 0</inkml:trace>
  <inkml:trace contextRef="#ctx0" brushRef="#br0" timeOffset="49475.27">22419 13016 24575,'0'-55'0,"0"17"0,0-9 0,0-3 0,0-10 0,0-2 0,0 3 0,0 10 0,0 2 0,0-1 0,0-2-419,0 0 0,0-4 0,0 0 0,0 3 0,0 4 419,0-4 0,0 4 0,0 5 337,0-3 0,0 6-337,0-12 345,0 28-345,0 27 0,0 28 0,0 0 0,0 5 0,0 11 0,0 4 0,0 7 0,0 1 0,0-18 0,0-1 0,0 0 0,0 18 0,0-1 0,0-4 0,0 0 0,0-3 0,0-2 538,0-4 0,0-1-538,0-1 0,0-2 0,3 9 0,1-9 0,8-31 0,-4-5 0,4-3 0,-8-7 0,-1-5 0,-1-7 0,-2-6 0,0-8 0,0-14 0,2-9 0,2-3 0,1 8 0,1 18 0,0 16 0,-1 9 0,0 5 0,0 2 0,0 3 0,-2 4 0,-1 6 0,4 31 0,2 1 0,-2-13 0,0 0 0,3 21 0,-2-10 0,-2-9 0,-2-10 0,-1-10 0,-1-7 0,-1-26 0,0-3 0,0-37 0,0 24 0,0-1 0,0-6 0,1-3 0,2-12 0,0 1 0,-1 22 0,1 2 0,3-3 0,3 8 0,0 22 0,8 15 0,-1 11 0,4 11 0,2 7 0,-2 5 0,-9-10 0,-3 1 0,5 21 0,-7-21 0,-2-1 0,0 11 0,-1-6 0,0-5 0,1-14 0,2-7 0,2-11 0,11-5 0,-3-3 0,7-4 0,-8-1 0,-7 4 0,-3 2 0</inkml:trace>
  <inkml:trace contextRef="#ctx0" brushRef="#br0" timeOffset="59230.27">23237 11740 24575,'0'20'0,"0"13"0,0 16 0,0 7 0,0-1 0,0-4 0,0-4 0,0-3 0,0-7 0,0 1 0,0-18 0,0 1 0,0-13 0,0 3 0,0 1 0,0 1 0,0 4 0,0-5 0,0 4 0,0-10 0,0-2 0</inkml:trace>
  <inkml:trace contextRef="#ctx0" brushRef="#br0" timeOffset="60256.27">23519 12020 24575,'27'0'0,"11"0"0,16 0 0,-1 0 0,-12 0 0,-19 0 0,-9 0 0,-12 0 0</inkml:trace>
  <inkml:trace contextRef="#ctx0" brushRef="#br0" timeOffset="61765.27">24426 11915 24575,'-8'0'0,"-2"0"0,-4 0 0,-1 0 0,-3 0 0,3 0 0,-2 0 0,0 1 0,-1 10 0,1 5 0,-1 15 0,7 3 0,2 2 0,5-1 0,4-7 0,4-1 0,7-9 0,8-3 0,9-5 0,3-1 0,18 8 0,-15-6 0,18 2 0,-12-9 0,5-3 0,-2 0 0,-11-3 0,-16-2 0,-9-4 0,-8 4 0,-1-2 0</inkml:trace>
  <inkml:trace contextRef="#ctx0" brushRef="#br0" timeOffset="62745.27">24229 12161 24575,'29'0'0,"13"-1"0,15-2 0,1 0 0,-14-1 0,-18 1 0,-12 2 0,-9 1 0,-2 0 0</inkml:trace>
  <inkml:trace contextRef="#ctx0" brushRef="#br0" timeOffset="64719.27">24803 12158 24575,'0'32'0,"0"8"0,0 9 0,0-2 0,0-12 0,0-13 0,0-10 0,0-5 0,0 1 0,0 2 0,0 1 0,0-1 0,0-8 0,1-15 0,4-3 0,8-15 0,-1 15 0,5 1 0,2 8 0,-7 4 0,6 2 0,-10 1 0,-1 1 0,-1 2 0,0 9 0,-3 0 0,1 5 0,-5-4 0,-6 0 0,-12 1 0,-7 0 0,-3 0 0,5-2 0,12-5 0,9-2 0,8-4 0,7-1 0,3 2 0,6 6 0,4 7 0,0 8 0,-1 3 0,-3 0 0,1 1 0,-6-11 0,-3-2 0,-9-11 0</inkml:trace>
  <inkml:trace contextRef="#ctx0" brushRef="#br0" timeOffset="66157.27">23276 12806 24575,'42'0'0,"8"0"0,13 0 0,1 0 0,-21 0 0,0-1 0,2 1 0,4-1-749,-2-1 1,4 0 0,4-1 0,1 1 0,-1-1 0,-3 0 0,-4 1 748,8-1 0,-5 0 0,-2 0 0,3 0 0,6-2 0,3 0 0,-1 0 0,-6 0 455,-3 1 0,-5 0 0,-3 1-455,2 1 0,-2 1 447,9-2 0,-2 1-447,6 2 0,-4 0 0,-3 0 2784,1 0-2784,-17 0 0,1 0 194,15 0-194,4 0 0,-31 0 0,-15 0 0,-6 0 0,-8 0 0</inkml:trace>
  <inkml:trace contextRef="#ctx0" brushRef="#br0" timeOffset="68011.27">24259 13094 24575,'-24'2'0,"-4"9"0,-2 5 0,3-2 0,-1 1 0,-12 9 0,1 3 0,7 0 0,2 1 0,-11 13 0,19-17 0,4 2 0,1 23 0,7-12 0,7 8 0,10-18 0,35 6 0,1-11 0,-6-9 0,1-3 0,-8-6 0,0-1 0,4-1 0,-2-1 0,9-1 0,-3 0 0,-29 0 0,-5 0 0</inkml:trace>
  <inkml:trace contextRef="#ctx0" brushRef="#br0" timeOffset="69003.27">23892 13506 24575,'49'0'0,"7"0"0,-10 0 0,0 0 0,12 0 0,-2 0 0,-45 0 0</inkml:trace>
  <inkml:trace contextRef="#ctx0" brushRef="#br0" timeOffset="70950.27">24482 13539 24575,'0'35'0,"0"-1"0,0 23 0,0-13 0,0 2 0,0-9 0,0-2 0,0 10 0,0 7 0,0-34 0,0 0 0,0-23 0,2-9 0,2-17 0,9-26 0,2 5 0,-2 16 0,3 0 0,1 5 0,4 2 0,2-2 0,2 2 0,0 3 0,-1 3 0,16-13 0,-15 19 0,-11 10 0,-7 14 0,-9 28 0,-15 6 0,3-9 0,-5 1 0,-10 2 0,-1-3 0,8-9 0,2-2 0,-4 2 0,3-3 0,10-9 0,12-5 0,12 0 0,25 19 0,-6 1 0,-9-6 0,0 2 0,17 18 0,-14-13 0,5 4 0,-23-22 0,-3-2 0</inkml:trace>
  <inkml:trace contextRef="#ctx0" brushRef="#br0" timeOffset="72617.27">23129 11349 24575,'-3'12'0,"-5"15"0,-6 25 0,4-12 0,0 9 0,0 1 0,4-5 0,2 3 0,0 1 0,-1 3 0,1 0 0,-1 4 0,1 2 0,0-1 0,1-2-566,1 6 0,2-1 0,0-2 0,0 1 566,1-3 0,0 1 0,0-2 0,0-4 0,1-1 0,1-4 0,-1 0 180,2-3 1,0 0-1,0 1-180,3 11 0,1 2 0,-1-4 0,0 6 0,0 1 0,-1-15 0,2 3 0,-1 0 0,-1-6 0,1 7 0,-1-4 0,3 14 0,1-1 0,-1-6 0,0-4 0,-3-12 0,2-1 0,5 19 0,2-2 861,-4-22 1,2-1-862,2 7 0,4 0 0,7 2 0,3-2 0,-6-9 0,1 0 0,4 2 0,3 2 0,-2-3 0,-1-3 0,-1-2 0,9 7 0,-1-1 0,-11-10 0,-1-1 0,6 4 0,-1-1 0,8 5 0,1 0 0,-23-17 0,-4-3 0,-4-3 0,-2 0 0</inkml:trace>
  <inkml:trace contextRef="#ctx0" brushRef="#br0" timeOffset="74296.27">24756 11303 24575,'22'28'0,"1"3"0,6 7 0,-1 0 0,-5-7 0,-2 1 0,3 4 0,0 3 0,4 6 0,0 3 0,-2-1 0,-3-5 0,-1 6 0,-3-3 0,-1 4 0,-2-5 0,0 4 0,1 2 0,-3-2 0,-1-3 0,-1 3 0,-3-3 0,1 4 0,1 4 0,1 5 0,-1-1 0,-1-5 0,-2-9 0,-1-3 0,0 1 0,2 8 0,1 1 0,-2-2 0,-2-6 0,0-1 0,-1-3 0,1 5 0,0-1 0,-1 16 0,0-3 0,-2 0 0,-2-12 0,0 4 0,-1 4 0,0 0 0,0 0 0,0 3 0,-3 4 0,-2 5 0,0-5 0,0-3 0,-1 0 0,0-8 0,-2 5 0,0 0 0,1-6 0,-2 5 0,-1-3 0,1-1 0,-1 1 0,0-7 0,-6 10 0,4-21 0,0-4 0,0-5 0,-3 1 0,2-12 0,-12-1 0,3-3 0,-13 3 0,20-5 0,1 1 0,11-4 0</inkml:trace>
  <inkml:trace contextRef="#ctx0" brushRef="#br0" timeOffset="87306.27">21758 10180 24575,'0'57'0,"0"-24"0,0 3 0,0 6 0,0 1 0,0 3 0,0 0 0,1-1 0,-2-1 0,1-3 0,-1 0 0,0-6 0,0-1 0,-2 17 0,2-18 0,24-22 0,12-18 0,-6-1 0,0-2 0,-1-2 0,0 0 0,14-6 0,-14 5 0,-13 6 0,-9 0 0,-3-31 0,-4-2 0,-1 8 0,0 0 0,-4-19 0,-3 17 0,0 12 0,1 16 0,1 17 0,2 22 0,2 24 0,2-19 0,0 0 0,1 2 0,0-2 0,0-5 0,1-2 0,5 14 0,6-21 0,5-12 0,2-13 0,-3-18 0,-5-22 0,-7 11 0,-1-1 0,-2-3 0,0 1 0,-1-25 0,-4 18 0,-7 19 0,-7 11 0,-6 7 0,1 3 0,5 4 0,8 1 0,4 5 0,10 0 0,6 1 0,19-2 0,25-6 0,-18-6 0,3-3 0,3-3 0,0-3 0,-3 0 0,-4-1 0,17-11 0,-21 11 0,-11 8 0,-2 6 0,4 13 0,4 19 0,-13-6 0,-3 3 0,0 4 0,-3 3 0,0-1 0,-5 1 0,-7 1 0,-4-2 0,-3 6 0,-11-8 0,14-31 0,4-10 0,7-19 0,10-17 0,-2 13 0,2-2 0,4-3 0,1 0 0,1 1 0,-1 1 0,-3 5 0,-1 2 0,6-9 0,-9 18 0,-3 11 0,3 5 0,8 7 0,7 10 0,1 5 0,14 15 0,-11-5 0,-3 2 0,-5 14 0,-11 4 0,-18-6 0,-19-6 0,-10-8 0,-2-12 0,15-10 0,19-10 0,14-8 0,9-3 0,6 2 0,-4 5 0,-5 3 0,-7 2 0,-5 0 0</inkml:trace>
  <inkml:trace contextRef="#ctx0" brushRef="#br0" timeOffset="134364.27">17468 15105 24575,'0'26'0,"0"26"0,0-12 0,0 3 0,0 8 0,0 3 0,0-6 0,0 3 0,0-4 0,0 4 0,0-3 0,0 7 0,0-5 0,0-9 0,4-17 0,-1-14 0,3-8 0,-1-9 0,1-11 0,6-19 0,5-16 0,-2 5 0,0 0 0,-5 15 0,1 2 0,1-8 0,-1 6 0,-1 16 0,7 35 0,0 16 0,-4-4 0,1 1 0,-2-2 0,1 0 0,0-1 0,-1 1 0,11 19 0,-1-8 0,-2-9 0,-3-12 0,-2-8 0,-6-7 0,-4-10 0,-1-25 0,-3 3 0,1-4 0,0-11 0,1-4 0,1 4 0,0-2 0,-1 3 0,0-3 0,0 3 0,1-3 0,-2 8 0,-2 16 0,0 15 0,0 3 0</inkml:trace>
  <inkml:trace contextRef="#ctx0" brushRef="#br0" timeOffset="135436.27">17995 15651 24575,'0'16'0,"0"9"0,0 12 0,0 6 0,0-2 0,0-4 0,0-6 0,0-5 0,0-4 0,0-5 0,1-7 0,3-5 0,5-2 0,27 3 0,-8-2 0,14 2 0,-21-5 0,-9-2 0,-5 1 0,-5-1 0</inkml:trace>
  <inkml:trace contextRef="#ctx0" brushRef="#br0" timeOffset="136122.27">18018 15427 24575,'0'0'0</inkml:trace>
  <inkml:trace contextRef="#ctx0" brushRef="#br0" timeOffset="137275.27">18186 14662 24575,'0'20'0,"-2"13"0,-2 18 0,2-21 0,0 0 0,-2 27 0,2-14 0,2-6 0,0-17 0,0-1 0,0-10 0,0 0 0,0 4 0,0 3 0,0 4 0,-2 0 0,-1-2 0,-1-4 0,1-8 0,3-11 0,0 2 0,0-6 0</inkml:trace>
  <inkml:trace contextRef="#ctx0" brushRef="#br0" timeOffset="155715.27">18465 15384 24575,'35'0'0,"12"0"0,13 0 0,-29 0 0,-1 0 0,20 0 0,-16 0 0,-18 0 0,-9 0 0</inkml:trace>
  <inkml:trace contextRef="#ctx0" brushRef="#br0" timeOffset="156561.27">18409 15600 24575,'36'0'0,"12"0"0,-17 0 0,1 0 0,2 0 0,-1 0 0,26 0 0,-16 0 0,-18 0 0,-15 0 0,-6 0 0,-5 0 0</inkml:trace>
  <inkml:trace contextRef="#ctx0" brushRef="#br0" timeOffset="158285.27">19071 15196 24575,'0'-5'0,"0"12"0,0 21 0,0 22 0,0-17 0,0 3 0,0 2 0,0 1 0,0-1 0,0 0 0,0-1 0,0-1 0,0-3 0,0-2 0,0 21 0,0-10 0,2-20 0,0-6 0,1-16 0,-1-8 0,4-49 0,0 5 0,0 6 0,0 0 0,-2 14 0,1 2 0,4-20 0,-3 20 0,-1 17 0,1 10 0,3 9 0,6 11 0,10 15 0,8 10 0,3 2 0,-1-6 0,-7-8 0,-6-9 0,-6-7 0,-4-6 0,-5-8 0,0-15 0,-2-16 0,1-21 0,-2 16 0,0-1 0,0-3 0,0 1 0,0-1 0,0 2 0,0 5 0,-1 3 0,3-11 0,-2 17 0,0 13 0,-1 5 0,2 2 0,-2 2 0,0 0 0</inkml:trace>
  <inkml:trace contextRef="#ctx0" brushRef="#br0" timeOffset="159396.27">19635 15586 24575,'0'9'0,"0"7"0,0 10 0,0 12 0,0 7 0,0-14 0,0-1 0,0 11 0,0 7 0,0-25 0,0-7 0,1-7 0,3-4 0,6-3 0,9-2 0,11-1 0,3-4 0,-2-3 0,-7-2 0,-11 1 0,-6 5 0,-4 1 0</inkml:trace>
  <inkml:trace contextRef="#ctx0" brushRef="#br0" timeOffset="160096.27">19697 15428 24575,'0'0'0</inkml:trace>
  <inkml:trace contextRef="#ctx0" brushRef="#br0" timeOffset="165685.27">19816 15571 24575,'20'-19'0,"-2"0"0,7-14 0,-11 10 0,-7 3 0,-6 2 0,-3-12 0,-1 10 0,-2-7 0,-2 12 0,0 0 0,-1 3 0,-1 4 0,-6 6 0,3 2 0,-6 1 0,5 4 0,-11 18 0,7-1 0,-3 18 0,12 15 0,4-13 0,5 9 0,6-26 0,8-10 0,7-5 0,5-5 0,2-4 0,18-2 0,-2-7 0,-15 2 0,0-1 0,25-14 0,-21 6 0,-6-1 0,-23 7 0,-3-11 0,-2 5 0,0-6 0,0 8 0,2 0 0,7-3 0,0 6 0,6 1 0,-6 8 0,-3 7 0,-3 8 0,-3 31 0,-5-7 0,-3 15 0,-2-21 0,4-14 0,5-8 0,6-17 0,9-29 0,-1-6 0,5-13 0,-1 11 0,-7 23 0,-2 15 0,-9 22 0,-4 19 0,0 13 0,0 11 0,4-28 0,0-1 0,3 29 0,7-25 0,8-7 0,17-23 0,-10-7 0,5-21 0,-20-9 0,-4-15 0,-3-5 0,1 3 0,2 4 0,-1 2 0,0-2 0,0-5-418,0 2 1,0-6 0,0-3 0,0-1 0,-1 1-1,1 2 1,-1 6 417,1-8 0,-1 4 0,0 3 0,-1-1 0,2-6 0,-1-1 0,1 4 0,-3 10 0,0 10 0,-1 7 0,-3 1 0,1 38 0,-1 41 0,2-11 0,0 11 0,1 3 0,0-2 0,0-6 0,0-1 0,1 0 0,-1 4-281,0 1 0,1 4 0,-1 1 1,1-1-1,0-4 281,0 11 0,0-4 0,1-1 0,1-5 0,-1-1 0,1-1 895,-1-6 1,0-1 0,0 1-896,0 9 0,1 0 0,-1-3 0,0-1 0,0-2 0,-1 9 0,0-7 0,2-18 0,-1-12 0,-1-36 0,0-25 0,-2-9 0,0 5 0,-2-4 332,2-1 1,-1-6 0,0 4-333,0 10 0,0 2 0,1 1 0,-1-2 0,1 0 0,1 1 0,-1-16 0,3 3 0,-1 9 0,3 2 0,-1 8 0,2 4 0,6-8 0,16 20 0,8 11 640,21 5-640,3 3 0,-7 2 0,-15 8 0,-18 14 0,-16 6 0,-7 5 0,-6-4 0,-4 0 0,-4 10 0,-3-2 0,-2-12 0,-1-3 0,-17 12 0,13-11 0,1-7 0,10-9 0,-1-3 0,6-4 0,6-2 0,1 0 0</inkml:trace>
  <inkml:trace contextRef="#ctx0" brushRef="#br0" timeOffset="167780.27">21419 14692 24575,'-8'39'0,"-1"-6"0,-2 6 0,1 1 0,-3 5 0,0 3 0,1-2 0,-1 6 0,1-1 0,0 6 0,3-5 0,0 6 0,1 2 0,0-2 0,2-6 0,0 3 0,2-5 0,3 3 0,2 5 0,3 4 0,1-2 0,1-7 0,3 5 0,4-5 0,4-6 0,4 2 0,1-8 0,4-9 0,3-6 0,8 7 0,2-4 0,-3-8 0,-1-4 0,4 1 0,1-1 0,-3-3 0,1-1 0,8 1 0,0-2 0,-16-5 0,0-1 0,8 1 0,-5-3 0,-10-2 0,-2-2 0</inkml:trace>
  <inkml:trace contextRef="#ctx0" brushRef="#br0" timeOffset="169122.27">24823 14547 24575,'4'13'0,"22"39"0,-3-7 0,3 10 0,-7-10 0,2 7 0,0 2 0,-2-2 0,-4-8 0,-1-1 0,0 1 0,-2 1-433,2 9 0,0 3 0,-3-1 0,-2-3 433,-3 3 0,-4-3 0,0-1 0,-1-2 0,-1-1 0,-1-1-74,0 3 1,-1 0 0,-1-1 73,0-4 0,-2-1 0,-1-1 0,-1-4 0,-2 0 0,-2-2 0,-6 16 0,-5-2 0,-6-1 0,-2-5 0,9-16 0,0-1 0,-2 0 0,1-5 1269,4-9-1269,7-7 683,3-9-683,4-3 0,2-1 0,1 0 0</inkml:trace>
  <inkml:trace contextRef="#ctx0" brushRef="#br0" timeOffset="170565.27">21391 15325 24575,'11'0'0,"10"0"0,11 0 0,11 0 0,-17 0 0,-5 0 0</inkml:trace>
  <inkml:trace contextRef="#ctx0" brushRef="#br0" timeOffset="172210.27">22071 15048 24575,'0'14'0,"0"12"0,0 19 0,-1-16 0,-3 3 0,-4 16 0,-2 1 0,3-17 0,-2-2 0,-2 8 0,-2-7 0,-6-17 0,5-22 0,-5-27 0,9 8 0,1-4 0,0-2 0,-1 0 0,0 1 0,0 1 0,0 1 0,1 3 0,0-5 0,2 3 0,7 20 0,3 3 0,3 4 0,8 2 0,0 0 0,4 0 0,12 25 0,2 11 0,-10-6 0,1 6 0,-1 0 0,3 6 0,-1 3 0,0 1 0,0 3 0,-2-5 0,-5-7 0,-2-3 0,7 7 0,-2-5 0,-3-16 0,7-6 0,-10-18 0,4-7 0,-4-4 0,-1-6 0,-9 7 0,1 2 0,-7 9 0</inkml:trace>
  <inkml:trace contextRef="#ctx0" brushRef="#br0" timeOffset="174304.27">22340 15495 24575,'0'32'0,"0"6"0,2-1 0,2 8 0,0-3 0,0 0 0,1 1 0,0 1 0,1 3 0,-1-7 0,2 16 0,-2-3 0,-5-35 0,0-8 0,0-8 0,0-23 0,0-5 0,0-18 0,0 6 0,0 5 0,3-13 0,3 15 0,9-20 0,3 26 0,1 2 0,-5 15 0,-6 7 0,0 1 0,1 0 0,4 1 0,-2 3 0,0 3 0,-5 5 0,-3 2 0,-2 3 0,-1 7 0,-4-6 0,-10 5 0,-11-7 0,-8 1 0,-2-2 0,8-4 0,7-4 0,14-3 0,11-4 0,36 11 0,3 9 0,-11-4 0,1 3 0,1 7 0,-2 0 0,12 11 0,-19-14 0,-3-2 0,-8-5 0,-5 0 0,-8-9 0,-2-4 0,0-1 0</inkml:trace>
  <inkml:trace contextRef="#ctx0" brushRef="#br0" timeOffset="177946.27">22526 15002 24575,'5'27'0,"7"7"0,9 15 0,6 1 0,0-3 0,-2-8 0,-3-9 0,0-9 0,2-5 0,-8-10 0,5-2 0,2-4 0,-7-5 0,2-7 0,-13-12 0,0-7 0,-1-4 0,0-21 0,0 15 0,0-2 0,-4 6 0,-1 2 0,-3-13 0,-2 2 0,-2 33 0,0 8 0,3 7 0,2 6 0,1 45 0,1-23 0,2 3 0,-2 20 0,1 4 0,1-3 0,1 1 0,-1-2 0,-1 3 0,1-2 0,1 3 0,-1-1 0,0-10 0,0 2 0,0-6 0,-1-7 0,0-4 0,-1 15 0,0-14 0,-4-13 0,-2-9 0,-13-3 0,0-4 0,-8-3 0,6-7 0,3-6 0,4-7 0,6-2 0,5 2 0,3 2 0,4 9 0,2 2 0,4 7 0,2 0 0,-5 0 0,-1 0 0</inkml:trace>
  <inkml:trace contextRef="#ctx0" brushRef="#br0" timeOffset="179120.27">23061 15675 24575,'0'37'0,"0"2"0,0 8 0,0 9 0,0-19 0,0 2 0,0-25 0,2-4 0,8-5 0,11-6 0,10-7 0,2-3 0,-6-4 0,-9 1 0,-6 2 0,-5 2 0,-3 1 0,-2 1 0,-2 0 0,-1 0 0,-1 2 0,1 2 0,0 2 0</inkml:trace>
  <inkml:trace contextRef="#ctx0" brushRef="#br0" timeOffset="179863.27">23086 15544 24575,'0'0'0</inkml:trace>
  <inkml:trace contextRef="#ctx0" brushRef="#br0" timeOffset="183773.27">23460 15348 24575,'13'-7'0,"-1"1"0,3-11 0,7-14 0,9-17 0,-11 15 0,0-3 0,0-3 0,0 0 0,-2-1 0,-1-1 0,-2 2 0,-1-1 0,-3 1 0,0-2 0,-1-4 0,0-2 0,0-7 0,0-1 0,-4 15 0,0-1 0,-1 0 0,0 1 0,-1 0 0,0 0 0,-2-4 0,0-1 0,0 4 0,-1 2 0,-1 3 0,0-3 0,-2 8 0,-5 17 0,-3 7 0,-2 5 0,-27 38 0,18-13 0,0 5 0,-13 16 0,-1 10 0,13-15 0,1 5 0,0 1 0,1-2 0,0 3 0,1 0 0,1 2-264,2-2 0,-1 2 1,1 1-1,3-3 264,2 2 0,3-3 0,2 0 0,0-1 0,1-2 0,1 4 0,2-2 0,0 3 0,0 0 0,1-4 0,0 1 0,1-3 0,0 1-25,0 10 0,0 2 1,0-5 24,0-4 0,0-2 0,1-1 0,0 0 0,1-4 0,1-1 0,1-2 0,1-2 0,1-2 0,1-3 1050,7 15-1050,1-12 79,2-10-79,4-8 0,2-6 0,2-3 0,6-6 0,-10-9 0,0-12 0,-14-20 0,-4 14 0,-5-5 0,-7-3 0,-5-4 0,-1 3 0,-2-2 0,-4 1 0,-1 4 0,-3-2 0,-1 8 0,-3 10 0,0 5 0,-24-9 0,13 14 0,12 6 0,14 2 0,8-1 0,11 1 0,14-1 0,15-2 0,-6 1 0,4 0 0,17-2 0,1 0 0,-12 0 0,-1 1 0,8 0 0,-6 0 0,-8 0 0,-14 3 0,-6 1 0,-4 0 0,2 0 0,9 0 0,10-3 0,7-1 0,-2-1 0,-10 1 0,-13 2 0,-5 1 0</inkml:trace>
  <inkml:trace contextRef="#ctx0" brushRef="#br0" timeOffset="187273.27">23765 15674 24575,'0'25'0,"0"8"0,0 15 0,0-2 0,0-9 0,0-12 0,0-11 0,0 1 0,0-2 0,0 8 0,0 0 0,0 1 0,0-4 0,0-3 0,0-5 0,0-3 0,0 0 0,0 1 0,0 6 0,0 0 0,0 5 0,0-2 0,0 4 0,0 1 0,0-1 0,0-4 0,0-7 0,0-10 0,2-19 0,0-4 0,3-11 0,-2 8 0,6-15 0,-2 13 0,6-11 0,-4 22 0,-1 6 0,1 5 0,2 2 0,4-1 0,4 0 0,-1 0 0,-6 5 0,-3 3 0,-6 4 0,-5 3 0,-7 3 0,-4 2 0,-13 9 0,7-7 0,-2 6 0,11-10 0,3-4 0,7 0 0,12 1 0,15 7 0,14 6 0,5 4 0,-6-3 0,-10-6 0,-10-5 0,-11-7 0,-4-4 0</inkml:trace>
  <inkml:trace contextRef="#ctx0" brushRef="#br0" timeOffset="188491.27">24143 14645 24575,'-13'17'0,"-2"3"0,-6 14 0,5-7 0,-1 3 0,0 6 0,0 2 0,-1 9 0,0 2 0,4 4 0,3 3 0,6-3 0,1 3 0,2-2 0,-1 5 0,2-1 0,0-7 0,1 2 0,1-5 0,-2-5 0,2-2 0,1 8 0,2-1 0,1-15 0,3-1 0,2 4 0,4-3 0,18-2 0,7-7 0,4-6 0,4-5 0,2-3 0,-5-5 0,-9-3 0,-17-2 0,-10 0 0</inkml:trace>
  <inkml:trace contextRef="#ctx0" brushRef="#br0" timeOffset="190426.27">24190 15191 24575,'0'-19'0,"4"0"0,23-11 0,11 5 0,-8 9 0,2 0 0,1 4 0,-1 1 0,-1 2 0,-1 2 0,15-2 0,-18 6 0,-14 11 0,-7 14 0,-8 18 0,-1-10 0,-2 2 0,-2 4 0,-2 2 0,-3 1 0,0 0 0,-1-1 0,-2 0 0,-3 2 0,0-3 0,-6 9 0,-1-14 0,17-34 0,8-15 0,12-13 0,-2 4 0,5-10 0,-5 9 0,0 0 0,3-7 0,-5 13 0,-1-4 0,-5 15 0,-2-8 0,0 1 0,1-7 0,3 2 0,3-4 0,6-7 0,1-1 0,-1 5 0,-5 10 0,-6 13 0,-12 28 0,-1 4 0,-5 22 0,8-9 0,2 3 0,2-7 0,1 2 0,-1 14 0,1-1 0,3-13 0,1-3 0,6 21 0,13-18 0,11-14 0,10-10 0,1-7 0,-2-5 0,-5-1 0,-8 0 0,-12 0 0,-6 0 0</inkml:trace>
  <inkml:trace contextRef="#ctx0" brushRef="#br0" timeOffset="191364.27">24719 15529 24575,'0'8'0,"0"6"0,0 12 0,0 13 0,0 11 0,0 3 0,0-9 0,2-13 0,4-15 0,8-12 0,7-9 0,3-5 0,-4-5 0,-5-5 0,-8 6 0,-4 3 0,-3 7 0</inkml:trace>
  <inkml:trace contextRef="#ctx0" brushRef="#br0" timeOffset="192075.27">24756 15327 24575,'0'0'0</inkml:trace>
  <inkml:trace contextRef="#ctx0" brushRef="#br0" timeOffset="193403.27">24712 14810 24575,'5'16'0,"9"9"0,3 5 0,-4-4 0,0 3 0,9 14 0,-2 2 0,-8-12 0,-3 0 0,-2 8 0,-2 0 0,-2-9 0,-1 0 0,0 20 0,-1 1 0,-1 6 0,0-21 0,0 1 0,0-6 0,0-2 0,0 15 0,0-15 0,0-1 0,0 14 0,-1-12 0,-5 25 0,-1-18 0,1-9 0,0 0 0,-3 18 0,3-12 0,0 1 0,-3 15 0,3-19 0,0-3 0,-2 3 0,1-9 0,2-6 0,1-5 0,-1-2 0,2-2 0,-3 1 0,3-3 0,-1 4 0,-7 8 0,4-4 0,-7 6 0,7-9 0,-1 4 0,5-9 0,0 3 0</inkml:trace>
  <inkml:trace contextRef="#ctx0" brushRef="#br0" timeOffset="200612.27">12108 4500 24575,'7'44'0,"11"5"0,-3-21 0,2 0 0,3-3 0,3-3 0,22 11 0,-5-16 0,1-21 0,-9-39 0,-13 6 0,-3-6 0,-4-1 0,-2-5 0,-1 3 0,1-2 0,-1 2 0,0-4 0,-4 10 0,-7 29 0,-4 29 0,-6 33 0,-3 14 0,5-24 0,0-1 0,-1 4-387,-1 6 1,0 4 0,-1 0 0,0-1 386,2-8 0,0-1 0,0-1 0,-1 0 0,-2 11 0,-1-1 0,-2 2 0,-2-6 0,-3 2 0,-1-2 0,1-4 0,0-5 0,1-4 0,-2 0 0,-6 9 0,-3 1 0,1-10 0,3-15 0,2-6 0,-17 5 0,9-15 0,8-11 0,9-8 1545,7-13-1545,6 7 0,11-2 0,40 15 0,-10 3 0,-5 3 0,-2 0 0,-10 1 0,-7 0 0</inkml:trace>
  <inkml:trace contextRef="#ctx0" brushRef="#br0" timeOffset="201338.27">12508 5427 24575,'0'48'0,"0"7"0,0-15 0,0 1 0,1 7 0,2-2 0,6-39 0,-4-6 0,3-1 0</inkml:trace>
  <inkml:trace contextRef="#ctx0" brushRef="#br0" timeOffset="201923.27">12456 5187 24575,'0'0'0</inkml:trace>
  <inkml:trace contextRef="#ctx0" brushRef="#br0" timeOffset="203675.27">12744 5412 24575,'19'11'0,"0"-4"0,5-1 0,-6-4 0,-1-2 0,-9 0 0,-3 0 0</inkml:trace>
  <inkml:trace contextRef="#ctx0" brushRef="#br0" timeOffset="205195.27">13287 4648 24575,'-19'4'0,"-22"18"0,9-1 0,-2 3 0,-8 9 0,0 4 0,1 2 0,3 2 0,4-2 0,5-1 0,6-2 0,5-1 0,6-6 0,3 0 0,-1 22 0,15-9 0,12-9 0,12-3 0,10-12 0,8-4 0,-5-4 0,2-2 0,-2-1 0,2-1 0,0-2 0,18-4 0,-4-2 0,-22-1 0,-2 1 0,22-4 0,-50 2 0</inkml:trace>
  <inkml:trace contextRef="#ctx0" brushRef="#br0" timeOffset="206166.27">12985 5162 24575,'58'0'0,"-16"-2"0,2-1 0,11-1 0,2-1 0,0-1 0,-1 0 0,-8 0 0,-4 0 0,11 1 0,-29 3 0,-15 2 0</inkml:trace>
  <inkml:trace contextRef="#ctx0" brushRef="#br0" timeOffset="207312.27">13813 4393 24575,'-10'6'0,"1"-2"0,0 2 0,4 8 0,7 18 0,11 24 0,-1-20 0,3 3 0,3 2 0,1 0 0,2-1 0,-2 0 0,-1-4 0,-3-1 0,-4-4 0,-2-1 0,1 23 0,-9-6 0,-14-6 0,-9-10 0,-5-11 0,2-11 0,7-13 0,9-3 0,5-7 0,9 3 0,8 3 0,7 8 0,2 13 0,-1 25 0,-11-6 0,-2 6 0,2 12 0,0 6 0,1-3 0,0 3 0,0-1 0,-1-12 0,-1-2 0,2 0 0,1 7 0,2 0 0,1-6 0,2-5 0,3-5 0,14 0 0,4-5 0,-10-10 0,1-2 0,10-1 0,-2-3 0,-8-7 0,-10-4 0</inkml:trace>
  <inkml:trace contextRef="#ctx0" brushRef="#br0" timeOffset="208165.27">14198 5217 24575,'36'0'0,"4"0"0,13 0 0,-1 0 0,-6 0 0,-12 0 0,-18 0 0,-9 0 0</inkml:trace>
  <inkml:trace contextRef="#ctx0" brushRef="#br0" timeOffset="208787.27">14512 4731 24575,'0'7'0,"0"-1"0,0 26 0,0 19 0,0-4 0,0 5 0,0 6 0,0 2 0,0-17 0,0 1 0,0 1 0,0 5 0,0 0 0,0-3 0,0-2 0,0-2 0,0 2 0,0-6 0,0-17 0,-3-11 0,3-7 0,-2-3 0</inkml:trace>
  <inkml:trace contextRef="#ctx0" brushRef="#br0" timeOffset="209664.27">14891 5410 24575,'31'38'0,"-13"-11"0,-2 4 0,3 10 0,-3 6 0,-5 0 0,-2 5 0,-1-4 0,0 3 0,-2-2 0,-2 11 0,-2-6 0,-3-12 0,-3-21 0,-3-12 0,2-6 0,0-2 0</inkml:trace>
  <inkml:trace contextRef="#ctx0" brushRef="#br0" timeOffset="210488.27">15105 5075 24575,'25'-3'0,"20"1"0,17 1 0,-1-1 0,-8 1 0,0-1 0,4 0-592,-8 1 0,4-1 0,2 1 0,-2 0 0,-3 0 592,11-1 0,-4 0 0,-4 0 0,2 0 0,-7 1 936,7 1-936,-41 0 0,-12 0 0,-5 0 0</inkml:trace>
  <inkml:trace contextRef="#ctx0" brushRef="#br0" timeOffset="211230.27">15672 4799 24575,'0'36'0,"0"24"0,0-17 0,0 4 0,0 6 0,0 3 0,0-5 0,0 3 0,0-5 0,0-1 0,0-2 0,0 7 0,0-6 0,0-16 0,0-13 0,0-11 0,0-2 0</inkml:trace>
  <inkml:trace contextRef="#ctx0" brushRef="#br0" timeOffset="212099.27">16303 4751 24575,'-5'8'0,"1"21"0,3-1 0,0 6 0,1 14 0,0 8 0,0-2 0,0-10 0,0-2 0,0 2 0,0 1 0,0 2 0,0 0 0,0-5 0,0 9 0,0-5 0,0-7 0,0-4 0,0 9 0,0-20 0,0-14 0,0-6 0</inkml:trace>
  <inkml:trace contextRef="#ctx0" brushRef="#br0" timeOffset="213514.27">16534 4305 24575,'0'15'0,"0"13"0,0 1 0,0 12 0,0-2 0,0 12 0,0-18 0,0 2 0,0 5 0,0 2 0,-1 3 0,2 2 0,-1-5 0,0 3 0,1-3 0,1 4 0,1-2 0,2 8 0,2-4 0,11-6 0,4-20 0,-2-13 0,-2-13 0,-1-13 0,-1-11 0,1-6 0,-4 3 0,-8 4 0,-9 14 0,-12 4 0,-18 13 0,8 5 0,-3 13 0,20 19 0,6-10 0,2 4 0,1 8 0,2 2 0,1 6 0,2 1 0,1 2 0,2 0 0,2-1 0,-1-1 0,1-1 0,-2 0 0,-1-3 0,-1 1 0,-4-9 0,-1 3 0,-2-3 0,-4 5 0,-4 0 0,-7-3 0,-5 3 0,-1-7 0,-2-7 0,-3-5 0,-11 8 0,1-5 0,-4-3 0,7-8 0,8-7 0,8-5 0,7-4 0,7-2 0</inkml:trace>
  <inkml:trace contextRef="#ctx0" brushRef="#br0" timeOffset="-163881.46">18716 17962 24575,'0'16'0,"0"20"0,0-4 0,0 4 0,0 6 0,0 2 0,0 3 0,0 0 0,0-5 0,0-2 0,0-8 0,0-2 0,0 16 0,0-18 0,0-14 0,0-9 0,7-29 0,8-15 0,-4 9 0,1-3 0,6-5 0,0 2 0,3-8 0,1 10 0,-11 42 0,9 19 0,8 17 0,-10-16 0,0 0 0,0-1 0,0 0 0,13 17 0,-8-15 0,-7-13 0,-5-10 0,-2-14 0,3-29 0,-4 2 0,0-4 0,1-11 0,1-3 0,-1-3 0,-1 0 0,-3 6 0,0 5 0,-2 11 0,-1 4 0,-1-3 0,-1 19 0</inkml:trace>
  <inkml:trace contextRef="#ctx0" brushRef="#br0" timeOffset="-163085.46">19205 18458 24575,'0'44'0,"0"-7"0,1-19 0,1-9 0,11-6 0,-3-4 0,7 0 0,-11 0 0,-2 0 0</inkml:trace>
  <inkml:trace contextRef="#ctx0" brushRef="#br0" timeOffset="-162434.46">19264 18320 24575,'0'0'0</inkml:trace>
  <inkml:trace contextRef="#ctx0" brushRef="#br0" timeOffset="-161701.46">19555 17504 24575,'-3'7'0,"2"1"0,-2 19 0,-1-3 0,1 9 0,0-12 0,2 5 0,1-9 0,0 5 0,0-15 0,0-3 0</inkml:trace>
  <inkml:trace contextRef="#ctx0" brushRef="#br0" timeOffset="-160152.46">19888 17950 24575,'42'2'0,"14"1"0,-20-3 0,1 0 0,0 0 0,-1 0 0,17 0 0,-24 0 0,-32 8 0,-41 14 0,8-4 0,-8 4 0,2 0 0,-6 3 0,0 0 0,5-3 0,-2 1 0,7-2 0,8-3 0,5-3 0,-1 2 0,11-5 0,19-10 0,4-2 0,2 0 0,1 0 0,21 0 0,13 0 0,-9 0 0,3 0 0,0 0 0,1 0 0,3 0 0,-3 0 0,10 0 0,-10 0 0,-27 0 0,-3 0 0,0 0 0,22 0 0,0 0 0,16 0 0,-9 0 0,-20 0 0,-5 0 0</inkml:trace>
  <inkml:trace contextRef="#ctx0" brushRef="#br0" timeOffset="-157341.46">21604 17581 24575,'0'19'0,"0"21"0,0 8 0,0-10 0,0 3 0,0 18 0,1-2 0,3-1 0,-1-27 0,9-26 0,-7-16 0,6-13 0,-6 4 0,-2 5 0,0 6 0,6 6 0,0 2 0,6 2 0,-3 1 0,2 8 0,9 11 0,15 14 0,-16-13 0,3 0 0,7 2 0,-1-1 0,8 2 0,-3-19 0,-26-26 0,-3-26 0,0-4 0,-3 20 0,0 1 0,0-8 0,-1 4 0,-2 24 0,2 2 0,-1 0 0,0 4 0,0-1 0</inkml:trace>
  <inkml:trace contextRef="#ctx0" brushRef="#br0" timeOffset="-156422.46">22121 17978 24575,'0'9'0,"0"2"0,0 5 0,0 4 0,0 0 0,7-3 0,20-6 0,21-7 0,-17-2 0,4-2 0,8-3 0,-2-1 0,9-4 0,-5-9 0,-40 5 0,-12-2 0,3 9 0,-5 1 0</inkml:trace>
  <inkml:trace contextRef="#ctx0" brushRef="#br0" timeOffset="-155694.46">22247 17848 24575,'0'0'0</inkml:trace>
  <inkml:trace contextRef="#ctx0" brushRef="#br0" timeOffset="-154862.46">22709 16995 24575,'-6'2'0,"-14"37"0,-10 7 0,4 3 0,-1 3 0,7-18 0,2 0 0,-2 4 0,3 0 0,-2 9 0,10-21 0,0 2 0,8-21 0,-1 4 0,1-4 0,0 3 0,0-7 0,0 0 0</inkml:trace>
  <inkml:trace contextRef="#ctx0" brushRef="#br0" timeOffset="-153921.46">21205 18174 24575,'10'3'0,"37"-1"0,18-1 0,-13-1 0,5 0 0,8 0-972,-21 0 1,6 0 0,3 0 0,3 0 0,1 0 0,0 0 0,-3 0 0,-3 0 971,4 0 0,-3 0 0,-1 0 0,0 0 0,0 0 0,2 0 0,-2 0 0,4 0 0,0 0 0,0 0 0,-3 0 0,-3 0 0,-6 0 730,13 0 0,-7 0 1,-6 0-731,-4-1 0,-8 2 308,-13 3 0,-14-3 0,-19 4 1</inkml:trace>
  <inkml:trace contextRef="#ctx0" brushRef="#br0" timeOffset="-152324.46">21638 18464 24575,'0'34'0,"0"0"0,0 13 0,0 0 0,0-11 0,0-1 0,0 4 0,0-12 0,0-25 0,0-20 0,0-11 0,0-7 0,0-7 0,0-1 0,1 1 0,0 0 0,1-2 0,1 4 0,4 2 0,0 23 0,1 20 0,10 24 0,2 11 0,-2-9 0,3 2 0,9 12 0,5 4 0,-2-4 0,-1-7 0,0-3 0,-3-4 0,2 0 0,-4-5 0,7 1 0,-7-14 0,-22-24 0,-2-19 0,-1-9 0,1 7 0,2-3 0,0-4 0,1-3 0,0 4 0,1 6 0,0 4 0,9-27 0,-9 45 0,-2 6 0,1 5 0,0-2 0,0-1 0,-2-6 0,-2-1 0,-1-7 0,1 7 0,-2 1 0,1 7 0</inkml:trace>
  <inkml:trace contextRef="#ctx0" brushRef="#br0" timeOffset="-150196.46">19754 18013 24575,'49'0'0,"-4"0"0,10 0 0,-1 0 0,-14 0 0,-2 0 0,5 0 0,10 0 0,6 0 0,0 0 0,-9 0 0,0 0 0,-5 0 0,4 0 0,-8 0 0,-19 1 0,-12 1 0,-13 0 0,0 0 0,0-1 0</inkml:trace>
  <inkml:trace contextRef="#ctx0" brushRef="#br0" timeOffset="-147110.46">21578 18336 24575,'27'0'0,"18"0"0,-12 0 0,2 0 0,5 0 0,1 0 0,-4 0 0,-1 0 0,-4 0 0,-2 0 0,14 0 0,-14 0 0,-5 0 0,3 0 0,15 0 0,-13 0 0,3 0 0,-9 0 0,-5 0 0,9-3 0,-2-2 0,-10-2 0,-3 2 0,-9 2 0</inkml:trace>
  <inkml:trace contextRef="#ctx0" brushRef="#br0" timeOffset="-145424.46">21528 18393 24575,'10'0'0,"-4"0"0,3 0 0,3 0 0,8 2 0,8 6 0,4 3 0,15 10 0,-13-4 0,7 3 0,-17 2 0,-6-3 0,14 19 0,-9-11 0,12 10 0,-9-14 0,-6-4 0,-3-4 0,-6-3 0,-2 3 0,-3-4 0,1 3 0,4-1 0,-3-1 0,3 7 0,-7-5 0,-2 4 0,-7-3 0,-9 3 0,-6 0 0,-6 3 0,-3 5 0,11-9 0,2 5 0,10-2 0,4-5 0,0 9 0,3-15 0,9-1 0,24-5 0,1-2 0,5 0 0,11 0 0,4 0 0,4 0 0,1 0 0,-5-2 0,-2-1 0,-8 0 0,-5 0 0,3-3 0,-13 1 0,-29 3 0</inkml:trace>
  <inkml:trace contextRef="#ctx0" brushRef="#br0" timeOffset="-143685.46">22671 18507 24575,'-3'16'0,"1"16"0,2 17 0,0-4 0,0 3 0,0-14 0,0-1 0,0 8 0,0-4 0,0-4 0,1-16 0,6-20 0,1-14 0,6-15 0,0-5 0,2-6 0,-2 12 0,0-1 0,3 14 0,-5 8 0,2 3 0,-4 5 0,3 6 0,5 5 0,3 6 0,3 5 0,12 12 0,-9-9 0,9 6 0,-9-18 0,-13-6 0,0-11 0,-11-23 0,-3-22 0,1 16 0,-1-3 0,0-2 0,0 1 0,0 0 0,0 4 0,0-5 0,0 13 0</inkml:trace>
  <inkml:trace contextRef="#ctx0" brushRef="#br0" timeOffset="-142729.46">23310 18807 24575,'0'23'0,"0"3"0,0 1 0,0-3 0,1-9 0,5-7 0,9-5 0,31-2 0,-12-1 0,14-1 0,-27-8 0,-11-1 0,-3 0 0,-7 5 0</inkml:trace>
  <inkml:trace contextRef="#ctx0" brushRef="#br0" timeOffset="-142097.46">23290 18616 24575,'0'0'0</inkml:trace>
  <inkml:trace contextRef="#ctx0" brushRef="#br0" timeOffset="-141167.46">23555 18254 24575,'-9'21'0,"-17"31"0,7-8 0,4-13 0,1-1 0,2 1 0,7-12 0,3-5 0,2-7 0,-2 8 0,1-2 0,-1-2 0,2-4 0</inkml:trace>
  <inkml:trace contextRef="#ctx0" brushRef="#br0" timeOffset="-140071.46">22862 18230 24575,'53'0'0,"1"0"0,-10-1 0,2 1 0,5 0 0,-4-1 0,5 0 0,2 0 0,0 0 0,-1-1-805,-3 1 0,0-1 0,0 1 0,-1-1 0,0 0 805,11 0 0,-1 0 0,-1 0 0,-2-1 0,-8 1 0,-1 0 0,-2 0 0,-2 1 415,3 0 0,-3 0 0,-2 0-415,9 0 0,-3 1 328,-9 0 1,-1 0-329,10 0 0,-1 0 0,-13 0 0,0 0 0,5 0 0,-3 0 2123,-5 0-2123,-14 3 0,-9-1 0,-12 1 0,2-1 0,-4-2 0</inkml:trace>
  <inkml:trace contextRef="#ctx0" brushRef="#br0" timeOffset="-81879.46">915 6520 24575,'0'18'0,"0"28"0,0-6 0,0 5 0,0-7 0,0 4 0,0-1 0,0 4 0,0 0 0,0 0 0,0-3 0,0 0 0,0-2 0,0 12 0,0-3 0,0-13 0,0-3 0,0 13 0,0-26 0,0-19 0,0-23 0,0-24 0,0 14 0,0-3 0,-2-8 0,0 0 0,-1-1 0,0 1 0,0 2 0,-1 2 0,1 6 0,1 3 0,0-13 0,5 19 0,14 9 0,30 2 0,-12 6 0,5 2 0,0 0 0,3 1 0,-2 0 0,1 0 0,-3 1 0,5 1 0,-7 0 0,-20 3 0,-12 0 0,-8 1 0,-16-39 0,2-8 0,3 2 0,0-4 0,4 2 0,2 0 0,0 3 0,1 2 0,2 6 0,0 4 0,1-1 0,1 41 0,4 41 0,2-5 0,1 6 0,0-12 0,0 2 0,0 0 0,1 2 0,1 0 0,0 0 0,-1-2 0,1 0 0,0-1 0,2 10 0,0-2 0,-2-7 0,1-3 0,-1-8 0,-1-2 0,5 10 0,1-9 0,-6-17 0,0-3 0</inkml:trace>
  <inkml:trace contextRef="#ctx0" brushRef="#br0" timeOffset="-80748.46">1765 6248 24575,'-13'13'0,"2"0"0,-3 9 0,2 7 0,-1 15 0,1 13 0,6-23 0,2 2 0,-1 6 0,2 0 0,1 1 0,1 1 0,0 2 0,0-1 0,1-4 0,0 0 0,0 7 0,0-1 0,0-14 0,0-1 0,2 5 0,1-3 0,8 4 0,10-4 0,15 1 0,-13-16 0,3-2 0,3 2 0,2-2 0,2-2 0,-1-1 0,-4-2 0,0-1 0,20 3 0,-3-11 0,-24 0 0,2-7 0</inkml:trace>
  <inkml:trace contextRef="#ctx0" brushRef="#br0" timeOffset="-79246.46">1856 6807 24575,'-2'-19'0,"9"-30"0,7 7 0,6-5 0,4 1 0,5-2 0,-1 3 0,3-6 0,3 5 0,-7 12 0,3 2 0,-6 8 0,-1 10 0,-4 24 0,-13 22 0,-5 10 0,2 0 0,-1 3 0,-1-2 0,0 3 0,-1-1 0,-3 14 0,-3-1 0,0-16 0,-2 1 0,0-4 0,0-2 0,-1-2 0,-3 2 0,1-9 0,4-19 0,3-17 0,3-24 0,6-27 0,1 18 0,3-4 0,4-9 0,4-1 0,2 1 0,2 2 0,0 6 0,0 2 0,-4 11 0,0 3 0,3-1 0,-10 20 0,-14 50 0,-7 12 0,0-7 0,-1 3 0,1-3 0,0 0 0,0 2 0,2 0 0,0-4 0,2-1 0,2-5 0,2-3 0,-2 15 0,28-7 0,21-14 0,5-12 0,1-3 0,4-2 0,-21-7 0,0 0 0</inkml:trace>
  <inkml:trace contextRef="#ctx0" brushRef="#br0" timeOffset="-78525.46">2558 7014 24575,'0'20'0,"0"20"0,0-11 0,0 5 0,0 22 0,0 1 0,0-17 0,0-1 0,-2 9 0,4-5 0,10-8 0,16-16 0,8-12 0,4-4 0,18-1 0,-19-2 0,-4-1 0,-12 1 0,-12-1 0</inkml:trace>
  <inkml:trace contextRef="#ctx0" brushRef="#br0" timeOffset="-77832.46">2421 7386 24575,'49'0'0,"1"0"0,0-1 0,-2-1 0,-6 0 0,-3-1 0,-4 1 0,-2 0 0,15-2 0,-26 4 0,-11 0 0</inkml:trace>
  <inkml:trace contextRef="#ctx0" brushRef="#br0" timeOffset="-72011.46">2477 6128 24575,'15'23'0,"23"17"0,-6-3 0,6 8 0,-2 0 0,-7-7 0,-1 1 0,0 3 0,0 0 0,2 2 0,-1 3 0,-6 0 0,-6 2 0,-5 2 0,-1-1 0,-2-2 0,0 0 0,-2-3 0,-1 3 0,-1-5 0,-2 3 0,0 0 0,0-1 0,-2 7 0,0-1 0,-1-3 0,0 8 0,0 0 0,0-11 0,0 2 0,0-2 0,-1 9 0,-1-4 0,0-17 0,-1-1 0,-1 3 0,-1-3 0,-11 1 0,6-12 0,-7-1 0,12-13 0,-2-4 0</inkml:trace>
  <inkml:trace contextRef="#ctx0" brushRef="#br0" timeOffset="-71168.46">3268 6615 24575,'59'0'0,"-27"0"0,2 0 0,7 0 0,2 0 0,-2 0 0,-2 0 0,5 0 0,-13 0 0</inkml:trace>
  <inkml:trace contextRef="#ctx0" brushRef="#br0" timeOffset="-70519.46">3351 6816 24575,'32'3'0,"16"-1"0,-6-2 0,0 0 0,17 0 0,-4 3 0,-45-2 0,-7 2 0</inkml:trace>
  <inkml:trace contextRef="#ctx0" brushRef="#br0" timeOffset="-66602.46">4687 6341 24575,'-9'0'0,"-13"0"0,-20 0 0,13 0 0,-2 0 0,-4 1 0,-2 1 0,-7 2 0,3 2 0,-7 3 0,0 11 0,38 1 0,7 12 0,13 9 0,28 4 0,-7-27 0,9-2 0,-2-1 0,11 3 0,2-2 0,-7-4 0,2-1 0,-3 2 0,-1 5 0,-5 2 0,5 14 0,-13 9 0,-32-13 0,-7-7 0,-4-7 0,-2-29 0,11-20 0,12-24 0,4 21 0,2 2 0,6-5 0,1 9 0,-14 36 0,-2 16 0,-2 18 0,4 12 0,7 2 0,5-5 0,2-16 0,-1-14 0,18-33 0,-15-9 0,2-6 0,9-8 0,1-5 0,-8 5 0,0-2 0,-2 3 0,0 1 0,-1 2 0,-2 2 0,-2 6 0,-10 18 0,-2 13 0,-2 10 0,-1 8 0,-1 2 0,-4-1 0,-7-12 0,-5-2 0,-6-10 0,-3-1 0,2 1 0,1 3 0,2 5 0,6 6 0,4 6 0,8 2 0,13-2 0,9-7 0,8-7 0,-3-4 0,-10-6 0,-9-23 0,-5 7 0,-4-12 0,-2 19 0,-1 40 0,2 1 0,0 5 0,1 17 0,2 6 0,2-1 0,2 4 0,0-4 0,0 4 0,-1-3 0,1-14 0,0 0 0,-1-7 0,-2 5 0,-3-44 0,1-45 0,5-4 0,4-7 0,2 8 0,3-4 0,2 0-279,-2 12 0,1-1 1,1 0-1,1 2 279,7-11 0,1 2 0,0 3 0,-4 9 0,1 3 0,-2 3 0,1 1 0,-2 5 0,5-2 0,-12 20 0,-7 16 0,-5 22 0,-1 24 557,0-19 1,0 0-558,0 0 0,0 0 0,-1 19 0,0-20 0,-1-19 0,1-27 0,0-31 0,2 11 0,0-3 0,1-4 0,2 0 0,0 5 0,1 3 0,6-8 0,3 20 0,-4 26 0,6 15 0,-2 11 0,5 2 0,-9-15 0,0-7 0</inkml:trace>
  <inkml:trace contextRef="#ctx0" brushRef="#br0" timeOffset="-65986.46">4832 6249 24575,'0'0'0</inkml:trace>
  <inkml:trace contextRef="#ctx0" brushRef="#br0" timeOffset="-60085.46">6296 5873 24575,'0'11'0,"0"5"0,0 12 0,-3 17 0,-2-12 0,-1 4 0,-4 10 0,-1 5 0,1-10 0,0 3 0,-1 0-413,0 8 1,0 1-1,1 1 413,1 3 0,1 1 0,1 1 0,2-13 0,2 2 0,0 0 0,0-1 0,1-1 0,-1-1 0,3 1 0,2 0 0,6 10 0,4 2 0,3 0 0,0-4 0,1 4 0,1-4 0,5 0 0,0-10 0,3 1 0,2-3 0,1-5 0,1-4 0,1-6 0,2-1 0,5 0 0,2-3 0,-2-3 0,0-2 0,-1-4 0,5 1 0,-4-4 0,-8-8 0,-10-3 0,-11-1 0,-4 0 0</inkml:trace>
  <inkml:trace contextRef="#ctx0" brushRef="#br0" timeOffset="-58398.46">6698 6230 24575,'23'0'0,"5"0"0,5 0 0,12 0 0,3 0 0,7 0 0,1 0 0,-4 0 0,-3 0 0,9 0 0,-82 3 0,-34 8 0,18-4 0,-7 2 0,1 0 0,4 2 0,-1 0 0,1 0 0,3 1 0,0-1 0,0 1 0,-2 1 0,-1 1 0,5-2 0,4-2 0,2 0 0,-3 3 0,6-1 0,11 0 0,11-1 0,3 1 0,22 27 0,1-18 0,4 1 0,11 13 0,4 1 0,7-3 0,2 0 0,0-1 0,-2 0 0,-7-6 0,-4 4 0,-3 9 0,-8 3 0,-14-11 0,-6 1 0,-8 12 0,-8 1 0,-8-8 0,-6-3 0,-2-2 0,-1-2 0,3-4 0,2-2 0,-11 8 0,18-15 0,17-8 0,37-11 0,2-6 0,7-5 0,-7 1 0,3-1 0,1-1-227,6-3 0,1 0 0,-1-1 227,-3 0 0,-1 0 0,-2 2 0,9-4 0,-5 3 0,-13 6 0,-4 1 0,3 2 0,-19 9 0,-11 3 0,-2-1 0,-3-1 0</inkml:trace>
  <inkml:trace contextRef="#ctx0" brushRef="#br0" timeOffset="-55876.46">7889 6397 24575,'2'28'0,"-7"25"0,-2-15 0,-3 1 0,-3 5 0,-1 0 0,-1-7 0,-1-3 0,-11 13 0,10-20 0,7-19 0,-12-26 0,-2-32 0,8 12 0,1-3 0,2-6 0,3-2 0,-1-6 0,3 3 0,3-4 0,1 5 0,15 45 0,9 16 0,8 16 0,7 19 0,-16-15 0,0 3 0,2 6 0,0 3 0,-1 0 0,0 1 0,-1 1 0,0-1 0,-1-2 0,-2-3 0,-2-8 0,0-2 0,16 15 0,2-16 0,7-11 0,5-7 0,15-5 0,-21-3 0,0-2 0,-27-2 0,-6-2 0,-4 2 0,-1-1 0</inkml:trace>
  <inkml:trace contextRef="#ctx0" brushRef="#br0" timeOffset="-54230.46">8240 6915 24575,'0'31'0,"0"17"0,0-12 0,0 3 0,0 6 0,0 1 0,0-2 0,0-2 0,0-5 0,0-2 0,0 12 0,0-21 0,0-12 0,0-11 0,1-20 0,4-3 0,1-11 0,3 6 0,1 5 0,7-2 0,7-1 0,6-1 0,2 1 0,-7 8 0,-6 7 0,-8 4 0,-3 4 0,-1 0 0,-2 1 0,-2 3 0,-3 9 0,-8 1 0,-9 7 0,-7-4 0,-1 0 0,2-4 0,10-6 0,23-4 0,13-1 0,24 10 0,3 10 0,-1 7 0,-5 3 0,-11-5 0,-6-6 0,-7-3 0,-6-6 0,-6-5 0,-5-3 0</inkml:trace>
  <inkml:trace contextRef="#ctx0" brushRef="#br0" timeOffset="-51907.46">8641 6619 24575,'5'-8'0,"8"-22"0,-1 3 0,1-4 0,6-16 0,1-9 0,-5 4 0,1-7 0,0-1 0,-2 5 0,-2 4 0,0 5 0,-1-4 0,0 0 0,1-4 0,-2 2 0,-4 10 0,-9-13 0,-1 28 0,-11 27 0,-3 27 0,0 13 0,1-3 0,1 5 0,0 3 0,0 5 0,2 1-364,3-2 0,2 0 0,1 1 364,1 5 0,1 1 0,2 1 0,0 1 0,2 0 0,0 0 0,1-3 0,0-1 0,3 1 0,0-7 0,2 3 0,1-2 0,-1-4 0,2 14 0,2-4 0,-2-13 0,2 1 0,3-9 0,24 3 0,-6-21 0,12-9 0,-14-11 0,-3-14 1092,-13 0-1092,-16-34 0,-18 17 0,2 8 0,-2 2 0,-27-7 0,0 7 0,7 5 0,11 9 0,15-4 0,22 4 0,18-9 0,11 2 0,8 0 0,-16 7 0,-7 4 0,-14 7 0</inkml:trace>
  <inkml:trace contextRef="#ctx0" brushRef="#br0" timeOffset="-50707.46">8958 6686 24575,'0'14'0,"0"18"0,0 5 0,0-4 0,0 1 0,0 20 0,0 1 0,0-15 0,0-2 0,0 22 0,0-30 0,0-30 0,0-28 0,3-14 0,2 2 0,7 6 0,11 5 0,12 3 0,9 3 0,10 6 0,-21 9 0,-5 8 0,-34 23 0,-17 2 0,-15 15 0,-11-8 0,22-12 0,13-3 0,41-3 0,20 4 0,-15-7 0,1 2 0,11 6 0,0-1 0,-15-6 0,-3 0 0,23 11 0,-38-18 0</inkml:trace>
  <inkml:trace contextRef="#ctx0" brushRef="#br0" timeOffset="-49786.46">9491 5853 24575,'-4'18'0,"-6"19"0,2-7 0,-1 5 0,-1 12 0,1 5 0,3-9 0,1 2 0,1 1-350,1 1 1,1 2 0,0 0 349,1 2 0,1 1 0,0-1 0,-1-4 0,1 1 0,1-3 128,1 16 1,2-4-129,1-6 0,6-3 0,11-3 0,6-6 0,-4-13 0,2-4 0,8 0 0,-1-5 0,12-10 197,-14-16 1,-16 6 0,-8-8 0</inkml:trace>
  <inkml:trace contextRef="#ctx0" brushRef="#br0" timeOffset="-48290.46">9650 6328 24575,'-2'-15'0,"14"-10"0,5-3 0,10-14 0,-3 9 0,2 2 0,14 6 0,-17 12 0,-3 12 0,-16 7 0,-2 8 0,-2 17 0,0 22 0,0-1 0,0 3 0,0-9 0,-1 0 0,0 11 0,-3-3 0,0-22 0,-2-3 0,-9 11 0,-2-15 0,4-10 0,6-9 0,3-10 0,14-32 0,1-1 0,0 8 0,1-3 0,2-1 0,2 2 0,8-17 0,-8 20 0,-1 2 0,5-4 0,-9 16 0,-4 7 0,-13 51 0,5 6 0,-1-12 0,-1 6 0,2-3 0,2 0 0,1-2 0,0 9 0,5-5 0,30-2 0,-22-25 0,17-5 0</inkml:trace>
  <inkml:trace contextRef="#ctx0" brushRef="#br0" timeOffset="-47456.46">10278 6674 24575,'0'50'0,"0"-9"0,0 6 0,0 0 0,0-3 0,21 5 0,2-40 0,27-3 0,-19-6 0,-5 0 0,-20 0 0</inkml:trace>
  <inkml:trace contextRef="#ctx0" brushRef="#br0" timeOffset="-46639.46">10018 6917 24575,'23'0'0,"11"0"0,15 0 0,-18 0 0,-1 0 0,27 0 0,-12 0 0,-14 0 0,-12 0 0,-3 0 0,-1-1 0,-8 0 0,-1 0 0</inkml:trace>
  <inkml:trace contextRef="#ctx0" brushRef="#br0" timeOffset="-45737.46">10362 5927 24575,'45'40'0,"-13"-4"0,5 9 0,-2 1 0,-6-5 0,-2 0 0,1 4-665,1 3 1,1 4 0,-1 2 0,-5-4 664,-6 2 0,-5-1 0,-3-1 0,-2-2 0,-1-1 0,-2-1 281,-2-5 1,-1-1 0,-1 1-282,-1 1 0,-1 0 0,0-3 218,-1 2 1,-1-3-219,1 5 0,-1-6 0,-4-9 0,3-14 0,2-8 0,1-6 0</inkml:trace>
  <inkml:trace contextRef="#ctx0" brushRef="#br0" timeOffset="-44892.46">10447 5488 24575,'28'46'0,"-1"0"0,2 1 0,5 3 0,-8-12 0,4 4 0,1 2 0,-2 2 0,-2-3 0,0 1 0,-1 2 0,-1 0 0,-3 1-826,-3 0 1,-3 1 0,-1 0-1,-1 1 1,0-1 825,1-1 0,1-1 0,-1 1 0,-3 0 0,-3 1 0,-4 2 0,-4 2 0,-2-1 0,-2-2 0,-1-3 424,0 2 1,-2-4 0,-3 2-425,-1 2 0,-2 3 0,-2-2 0,0-5 0,-6 7 0,-4-5 224,1-7 1,-2 1-1,0-7-224,-17 8 0,15-22 0,2-4 0,7-8 0,3-5 0</inkml:trace>
  <inkml:trace contextRef="#ctx0" brushRef="#br0" timeOffset="-43272.46">6888 7371 24575,'0'50'0,"0"6"0,0 4 0,0-13 0,0 1 0,0 1 0,0 3 0,0-8 0,0 13 0,0-11 0,0-48 0,0-49 0,0 12 0,8-14 0,5-2 0,-4 26 0,3 1 0,9-16 0,4 3 0,6 6 0,-2 7 0,-8 32 0,-8 12 0,2 13 0,-12 22 0,-19-7 0,2-3 0,-11-20 0,17-16 0,37 5 0,1 2 0,3 2 0,1 1 0,1 3 0,-1 2 0,-27-16 0,-3-2 0</inkml:trace>
  <inkml:trace contextRef="#ctx0" brushRef="#br0" timeOffset="-42475.46">7226 7486 24575,'45'0'0,"-14"0"0,8 0 0,-25 0 0</inkml:trace>
  <inkml:trace contextRef="#ctx0" brushRef="#br0" timeOffset="-41986.46">7251 7622 24575,'0'0'0</inkml:trace>
  <inkml:trace contextRef="#ctx0" brushRef="#br0" timeOffset="-41700.46">7251 7624 24575,'25'0'0,"8"0"0,12 0 0,1 0 0,-6 0 0,-18 0 0,-10 0 0</inkml:trace>
  <inkml:trace contextRef="#ctx0" brushRef="#br0" timeOffset="-40970.46">7615 7303 24575,'0'11'0,"0"47"0,0-25 0,0 2 0,0 2 0,0 4 0,0 2 0,0 5 0,0 1 0,0-1 0,0 12 0,0-4 0,0-3 0,0-7 0,0-4 0,0-38 0</inkml:trace>
  <inkml:trace contextRef="#ctx0" brushRef="#br0" timeOffset="-39928.46">6612 5727 24575,'0'18'0,"0"29"0,0 10 0,0-15 0,0 2 0,0 5 0,0 4 0,0-4 0,0-3 0,0-5 0,0-8 0,0-3 0,0 8 0,0-35 0,0-22 0,1-20 0,2-7 0,1 10 0,1 1 0,-2-3 0,0 3 0,5 4 0</inkml:trace>
  <inkml:trace contextRef="#ctx0" brushRef="#br0" timeOffset="-39269.46">6748 5844 24575,'-8'18'0,"5"-6"0,-1 8 0,25-10 0,27 5 0,-14-6 0,5 0 0,2 0 0,4 0 0,-3 0 0,-1 2 0,-1-1 0,9 1 0,-6 1 0,-16-2 0,-14-2 0,-8-2 0,-3 1 0,-2-4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9:59:46.6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14038 4415 24575,'-36'-4'0,"-14"-7"0,13 1 0,-3-2 0,-9-4 0,-4 0 0,15 4 0,-2 0 0,-1 1-326,0-1 1,-1 0-1,0 0 326,-2 1 0,0 1 0,0 0 0,1 1 0,-1 1 0,1 0 0,3 1 0,-1 1 0,1 0 160,-16 0 0,2 2-160,7 2 0,2 1 81,-6 0 0,3 1-81,13 0 0,2 0 0,-5 0 0,4 1 0,-1 2 495,6 5-495,5 2 0,4 3 0,-1 3 0,-3 5 0,-6 10 0,-6 8 0,-4 4 0,20-20 0,0 0 0,-16 22 0,3 0 0,4-2 0,7-4 0,5-5 0,8-4 0,5 1 0,3 3 0,1 7 0,3 6 0,7 7 0,9 1 0,-7-26 0,2-2 0,16 25 0,2-8 0,3-1 0,4-4 0,-17-18 0,1-1 0,0 1 0,2-1 0,0-1 0,1 0 0,2 1 0,-1-1 0,2-1 0,1-1 0,2 0 0,0 0 0,1-1 0,0-2 0,0 0 0,1-2 0,-2-1 0,1-1 0,-1-2 0,0-2 0,0 0 0,1-2 0,-1-1 0,1-1 0,2-1 0,0-1 0,-1 0 0,0 0 0,-1 0 0,1 0 0,1 0 0,1-2 0,1-4 0,0-1 0,3-3 0,0-3 0,-2-1 0,-1-1 0,-6 1 0,-3 0 0,13-5 0,-17 7 0,-11 5 0,-5-1 0,-2-3 0,1-4 0,5-13 0,11-10 0,10-9 0,-14 22 0,-1 1 0,14-18 0,-11 7 0,-12-2 0,-5-8 0,-3 13 0,-1-2 0,0-5 0,0-1 0,0-1 0,0 0 0,-1 3 0,-2 2 0,-4-20 0,-3 15 0,-3 12 0,1 5 0,3 0 0,4-7 0,3-8 0,2-8 0,0-1 0,0-1 0,-1 21 0,0 9 0,-1 17 0,1 3 0</inkml:trace>
  <inkml:trace contextRef="#ctx0" brushRef="#br0" timeOffset="8261">18698 4856 24575,'-24'0'0,"-14"0"0,5-3 0,-4-1 0,-7-3 0,-3-1 0,-2-2 0,-1-1 0,-1-1 0,0 0 0,7 1 0,0 1 0,-9-1 0,2 2 0,16 3 0,2 0 0,-6 0 0,3 2 0,2 3 0,4 1 0,6 0 0,-5 0 0,9 0 0,-6 0 0,0 0 0,-11 0 0,-18 0 0,21 0 0,-1 0 0,-4 0 0,-2 0 0,-2 0 0,0 1 0,3 1 0,2 1 0,4 0 0,1 2 0,-1 3 0,3 1 0,-8 2 0,0 3 0,24-8 0,-1 0 0,8-2 0,-5 3 0,1 0 0,-7 1 0,-2 2 0,-1-1 0,0-1 0,3 1 0,-14 6 0,11-3 0,-6 6 0,14-7 0,4 2 0,1 2 0,2 4 0,3 19 0,1-3 0,2 16 0,1-11 0,0-2 0,3-5 0,3-3 0,6 0 0,8 3 0,5 3 0,-3-11 0,1 0 0,13 12 0,-11-14 0,1-1 0,12 7 0,5-1 0,-7-5 0,2-1 0,-6-5 0,0 0 0,12 6 0,2-1 0,-9-7 0,0-2 0,4 0 0,2-1 0,3-2 0,1-1 0,4-2 0,0-1 0,0-3 0,0 0 0,2-2 0,0 0 0,3-1 0,1 0 0,-1 0 0,0 0 0,-16-1 0,1 1 0,-1-2 0,16-1 0,0-2 0,-6-1 0,-1-1 0,-3-2 0,-2 0 0,-6 0 0,-3-1 0,-6 3 0,0-2 0,23-11 0,-23 3 0,-7-5 0,-18 3 0,-2-1 0,-2-22 0,0-4 0,0 10 0,0-2 0,0-1 0,0 0 0,-1-3 0,-1 1 0,-2-1 0,0 2 0,-2 2 0,-2 2 0,0 4 0,-1 1 0,-1 2 0,0 1 0,-8-23 0,-1 6 0,2 4 0,3 8 0,0 7 0,2 6 0,2 6 0,3 4 0,0 2 0,1 4 0,0 2 0,2 9 0,2-5 0,2 6 0</inkml:trace>
  <inkml:trace contextRef="#ctx0" brushRef="#br0" timeOffset="28373">23618 4888 24575,'-35'0'0,"5"0"0,-4 0 0,-15 0 0,-6 0 0,4 0 0,-5 1 0,-2-2-1219,5 1 0,-1-1 1,-3 0-1,0 1 1219,6-1 0,0 0 0,-2 1 0,0-1 0,0 0-427,-5 0 0,-1 1 1,-1-1-1,1 0 0,-1 1 427,9-1 0,0 1 0,0-1 0,-1 1 0,1-1 0,0 1 0,-1 0 0,1 0 0,-1 0 0,1 0 0,-1 0 0,1 0 0,1 0 0,-1 0 0,0 0 0,1 0 0,-1 0 0,2 0-68,-8 0 0,0 0 1,0 0-1,2 0 1,0 0 67,4 0 0,0 0 0,1 1 0,1-1 0,1 1-232,-8 0 1,2 1-1,1 0 1,1 0 231,-10 2 0,2 0 0,3 2 482,6-1 1,2 1 0,1 1-483,7 0 0,2 0 0,0 1 0,-13 2 0,0 1 1332,3-2 0,-2 0-1332,1-4 0,-3 0 0,2 0 0,8-2 0,3 1 0,-3-1 632,-11 1 0,-3-1 1,3 0-633,-2 1 0,3 0 0,3 0 0,1 1 690,6-1 1,2 1-691,7-1 0,2 1 472,-19 4-472,14 0 0,5 1 0,-3 3 411,-2 1-411,-6 1 0,-1 0 0,0-1 0,4-2 0,9-3 0,10-4 0,10-1 0,6 0 0,7 5 0,10 7 0,12 7 0,6 2 0,-1-3 0,3 1 0,-1 0 0,3 1 0,-1-2 0,10 1 0,0-2 0,6 1 0,2-3 0,-1-4 0,1-1 0,2-2 0,1-1 0,-1-2 0,0-1 0,0-1 0,2-1 0,3-2 0,1 0 0,-18-2 0,1-1 0,3 0 0,0 0 0,4-2 0,0 1 0,-3-1 0,2-1 0,-3 0 0,2 0 0,9 0 0,2-1 0,-4 0 0,-1-3 0,-3 0 0,2 0 0,0-1 0,4-3 0,2-2-363,-15 3 0,1-1 0,2-1 363,6-2 0,2-1 0,0 0 0,1 0 0,0 0 0,1 0 0,2 0 0,0 2 0,-1-1 0,-3 2 0,0 1 0,2-1-566,-8 3 0,0 0 0,2 0 0,1 0 566,-4 1 0,0 0 0,1 1 0,0-1 0,1 0 0,2 1 0,1 0 0,1 0 0,-1 0 0,1 1 0,-1 0 0,1 0 0,0 0 0,-1 1 0,-2 0 0,4 2 0,-2-1 0,-1 2 0,-2 0-39,5 0 1,-3 1-1,-3 0 39,6-1 0,-6 2 0,-15-1 0,-5 0 0,0 0 0,-9 0 956,18 0-956,-5 0 2374,25 0-2374,-6-2 69,-22-2 1,1-1-70,3-1 0,0-2 0,-3-2 0,-2 0 0,15-9 0,-16 6 0,-14 0 0,-7 3 0,-5-7 0,0-5 0,-1-5 0,0 1 0,0 7 0,-1 7 0,-2 7 0,2 3 0,-2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FF1BEBA-C63F-41E0-B90D-DFD8867F21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185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259857-FC35-4D63-A5CC-15EEC75C56C8}" type="slidenum">
              <a:rPr lang="en-US"/>
              <a:pPr/>
              <a:t>1</a:t>
            </a:fld>
            <a:endParaRPr lang="en-US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79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05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508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684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3430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320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815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01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750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081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31775"/>
            <a:ext cx="2171700" cy="6245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31775"/>
            <a:ext cx="6362700" cy="6245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742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386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6037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62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0837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1233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0205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0405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1178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572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946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1583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65163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69165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31775"/>
            <a:ext cx="2171700" cy="6245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31775"/>
            <a:ext cx="6362700" cy="6245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4216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2159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386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03331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3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231775"/>
            <a:ext cx="6629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for Slide Title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686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250825" y="1196975"/>
            <a:ext cx="8642350" cy="0"/>
          </a:xfrm>
          <a:prstGeom prst="line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250825" y="1341438"/>
            <a:ext cx="8642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9pPr>
    </p:titleStyle>
    <p:bodyStyle>
      <a:lvl1pPr marL="234950" indent="-23495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31825" indent="-282575" algn="l" rtl="0" fontAlgn="base">
        <a:spcBef>
          <a:spcPct val="20000"/>
        </a:spcBef>
        <a:spcAft>
          <a:spcPct val="0"/>
        </a:spcAft>
        <a:buSzPct val="80000"/>
        <a:buFont typeface="Arial" charset="0"/>
        <a:buChar char="─"/>
        <a:defRPr sz="2000">
          <a:solidFill>
            <a:schemeClr val="tx1"/>
          </a:solidFill>
          <a:latin typeface="+mn-lt"/>
          <a:cs typeface="+mn-cs"/>
        </a:defRPr>
      </a:lvl2pPr>
      <a:lvl3pPr marL="977900" indent="-231775" algn="l" rtl="0" fontAlgn="base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3pPr>
      <a:lvl4pPr marL="1377950" indent="-285750" algn="l" rtl="0" fontAlgn="base">
        <a:spcBef>
          <a:spcPct val="20000"/>
        </a:spcBef>
        <a:spcAft>
          <a:spcPct val="0"/>
        </a:spcAft>
        <a:buSzPct val="80000"/>
        <a:buFont typeface="Arial Unicode MS" pitchFamily="34" charset="-128"/>
        <a:buChar char="→"/>
        <a:defRPr sz="1600">
          <a:solidFill>
            <a:schemeClr val="tx1"/>
          </a:solidFill>
          <a:latin typeface="+mn-lt"/>
          <a:cs typeface="+mn-cs"/>
        </a:defRPr>
      </a:lvl4pPr>
      <a:lvl5pPr marL="17811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5pPr>
      <a:lvl6pPr marL="22383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6pPr>
      <a:lvl7pPr marL="26955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7pPr>
      <a:lvl8pPr marL="31527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8pPr>
      <a:lvl9pPr marL="36099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231775"/>
            <a:ext cx="6629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for Slide Title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686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415" name="Picture 16" descr="informal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1150"/>
            <a:ext cx="685800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250825" y="1196975"/>
            <a:ext cx="8642350" cy="0"/>
          </a:xfrm>
          <a:prstGeom prst="line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250825" y="1341438"/>
            <a:ext cx="8642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7419" name="Picture 11" descr="AML_logo_3 copy"/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66700"/>
            <a:ext cx="108585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588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9pPr>
    </p:titleStyle>
    <p:bodyStyle>
      <a:lvl1pPr marL="234950" indent="-23495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31825" indent="-282575" algn="l" rtl="0" fontAlgn="base">
        <a:spcBef>
          <a:spcPct val="20000"/>
        </a:spcBef>
        <a:spcAft>
          <a:spcPct val="0"/>
        </a:spcAft>
        <a:buSzPct val="80000"/>
        <a:buFont typeface="Arial" charset="0"/>
        <a:buChar char="─"/>
        <a:defRPr sz="2000">
          <a:solidFill>
            <a:schemeClr val="tx1"/>
          </a:solidFill>
          <a:latin typeface="+mn-lt"/>
          <a:cs typeface="+mn-cs"/>
        </a:defRPr>
      </a:lvl2pPr>
      <a:lvl3pPr marL="977900" indent="-231775" algn="l" rtl="0" fontAlgn="base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3pPr>
      <a:lvl4pPr marL="1377950" indent="-285750" algn="l" rtl="0" fontAlgn="base">
        <a:spcBef>
          <a:spcPct val="20000"/>
        </a:spcBef>
        <a:spcAft>
          <a:spcPct val="0"/>
        </a:spcAft>
        <a:buSzPct val="80000"/>
        <a:buFont typeface="Arial Unicode MS" pitchFamily="34" charset="-128"/>
        <a:buChar char="→"/>
        <a:defRPr sz="1600">
          <a:solidFill>
            <a:schemeClr val="tx1"/>
          </a:solidFill>
          <a:latin typeface="+mn-lt"/>
          <a:cs typeface="+mn-cs"/>
        </a:defRPr>
      </a:lvl4pPr>
      <a:lvl5pPr marL="17811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5pPr>
      <a:lvl6pPr marL="22383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6pPr>
      <a:lvl7pPr marL="26955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7pPr>
      <a:lvl8pPr marL="31527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8pPr>
      <a:lvl9pPr marL="36099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smm.sdsu.edu/index.php?mid=research_previous&amp;document_srl=579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chopen.com/chapters/5958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tandfonline.com/doi/full/10.1080/0951192X.2017.140744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2276" y="2158232"/>
            <a:ext cx="8139448" cy="2092036"/>
          </a:xfrm>
        </p:spPr>
        <p:txBody>
          <a:bodyPr/>
          <a:lstStyle/>
          <a:p>
            <a:r>
              <a:rPr lang="en-US" b="1" dirty="0"/>
              <a:t>ME 599 J, K / IND E 599 A</a:t>
            </a:r>
            <a:br>
              <a:rPr lang="en-US" b="1" dirty="0"/>
            </a:br>
            <a:r>
              <a:rPr lang="en-US" b="1" dirty="0"/>
              <a:t>AI/ML for Smart Manufacturing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Classification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90562" y="4521443"/>
            <a:ext cx="7762875" cy="509137"/>
          </a:xfrm>
        </p:spPr>
        <p:txBody>
          <a:bodyPr/>
          <a:lstStyle/>
          <a:p>
            <a:r>
              <a:rPr lang="de-DE" dirty="0"/>
              <a:t>Professor Ashis G. Banerjee</a:t>
            </a: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399244" y="5030581"/>
            <a:ext cx="83455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April 15 - 20, 2026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2586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6A3673-4AFA-00F9-828C-CA773E729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2209800"/>
          </a:xfrm>
        </p:spPr>
        <p:txBody>
          <a:bodyPr/>
          <a:lstStyle/>
          <a:p>
            <a:r>
              <a:rPr lang="en-US" sz="2000" dirty="0"/>
              <a:t>Process of assigning samples to one or more </a:t>
            </a:r>
            <a:r>
              <a:rPr lang="en-US" sz="2000" i="1" dirty="0"/>
              <a:t>pre-defined</a:t>
            </a:r>
            <a:r>
              <a:rPr lang="en-US" sz="2000" dirty="0"/>
              <a:t> classes or categories </a:t>
            </a:r>
          </a:p>
          <a:p>
            <a:pPr lvl="1"/>
            <a:endParaRPr lang="en-US" sz="800" dirty="0"/>
          </a:p>
          <a:p>
            <a:r>
              <a:rPr lang="en-US" sz="2000" dirty="0"/>
              <a:t>Taxonomy</a:t>
            </a:r>
          </a:p>
          <a:p>
            <a:pPr lvl="1"/>
            <a:r>
              <a:rPr lang="en-US" sz="1800" dirty="0"/>
              <a:t>Binary versus multi-class classification</a:t>
            </a:r>
          </a:p>
          <a:p>
            <a:pPr lvl="1"/>
            <a:r>
              <a:rPr lang="en-US" sz="1800" dirty="0"/>
              <a:t>Single-label versus multi-label classification</a:t>
            </a:r>
          </a:p>
          <a:p>
            <a:pPr lvl="1"/>
            <a:r>
              <a:rPr lang="en-US" sz="1800" dirty="0"/>
              <a:t>Batch versus incremental versus online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C5C554-A1F3-A611-6908-C4AA29DF3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28F401-9830-1725-B92D-DD458CE82A86}"/>
              </a:ext>
            </a:extLst>
          </p:cNvPr>
          <p:cNvSpPr txBox="1"/>
          <p:nvPr/>
        </p:nvSpPr>
        <p:spPr>
          <a:xfrm>
            <a:off x="1388310" y="6503114"/>
            <a:ext cx="6532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source: </a:t>
            </a:r>
            <a:r>
              <a:rPr lang="en-US" sz="1000" dirty="0">
                <a:hlinkClick r:id="rId2"/>
              </a:rPr>
              <a:t>https://smm.sdsu.edu/index.php?mid=research_previous&amp;document_srl=579</a:t>
            </a:r>
            <a:endParaRPr lang="en-US" sz="1000" dirty="0"/>
          </a:p>
          <a:p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3EFAD1-1259-0D4D-D837-4C9EB62A3EAF}"/>
              </a:ext>
            </a:extLst>
          </p:cNvPr>
          <p:cNvSpPr txBox="1"/>
          <p:nvPr/>
        </p:nvSpPr>
        <p:spPr>
          <a:xfrm>
            <a:off x="7147196" y="4664858"/>
            <a:ext cx="1838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Detection of defects during LCD production</a:t>
            </a:r>
          </a:p>
        </p:txBody>
      </p:sp>
      <p:pic>
        <p:nvPicPr>
          <p:cNvPr id="7" name="Picture 6" descr="A collage of images of a pattern&#10;&#10;Description automatically generated">
            <a:extLst>
              <a:ext uri="{FF2B5EF4-FFF2-40B4-BE49-F238E27FC236}">
                <a16:creationId xmlns:a16="http://schemas.microsoft.com/office/drawing/2014/main" id="{3F7751E2-B066-94D9-E206-1F74CA7C4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052" y="3657600"/>
            <a:ext cx="5125196" cy="2743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1A2818A-21C4-F0CF-0245-DA625AADC35B}"/>
                  </a:ext>
                </a:extLst>
              </p14:cNvPr>
              <p14:cNvContentPartPr/>
              <p14:nvPr/>
            </p14:nvContentPartPr>
            <p14:xfrm>
              <a:off x="933480" y="3000600"/>
              <a:ext cx="1262520" cy="660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1A2818A-21C4-F0CF-0245-DA625AADC3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4120" y="2991240"/>
                <a:ext cx="1281240" cy="67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9633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34068A-60C8-E777-82EF-5EA517D3C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634740"/>
            <a:ext cx="8686800" cy="3030674"/>
          </a:xfrm>
        </p:spPr>
        <p:txBody>
          <a:bodyPr/>
          <a:lstStyle/>
          <a:p>
            <a:r>
              <a:rPr lang="en-US" sz="2000" dirty="0"/>
              <a:t>Precision = (TP) / (TP + FP)</a:t>
            </a:r>
          </a:p>
          <a:p>
            <a:r>
              <a:rPr lang="en-US" sz="2000" dirty="0"/>
              <a:t>Recall or sensitivity = (TP) / (TP + FN)</a:t>
            </a:r>
          </a:p>
          <a:p>
            <a:r>
              <a:rPr lang="en-US" sz="2000" dirty="0"/>
              <a:t>Specificity = (TN) / (TN + FP)</a:t>
            </a:r>
          </a:p>
          <a:p>
            <a:r>
              <a:rPr lang="en-US" sz="2000" dirty="0"/>
              <a:t>Accuracy = (TP + TN) / (TP + TN+ FP + FN)</a:t>
            </a:r>
            <a:endParaRPr lang="en-US" sz="800" dirty="0"/>
          </a:p>
          <a:p>
            <a:r>
              <a:rPr lang="en-US" sz="2000" dirty="0"/>
              <a:t>F1 score = Harmonic mean of precision and recall</a:t>
            </a:r>
          </a:p>
          <a:p>
            <a:pPr lvl="1"/>
            <a:r>
              <a:rPr lang="en-US" sz="1600" dirty="0"/>
              <a:t>Useful for imbalanced classes</a:t>
            </a:r>
          </a:p>
          <a:p>
            <a:r>
              <a:rPr lang="en-US" sz="2000" dirty="0"/>
              <a:t>Area under the receiver operating characteristic (ROC) curve (AUC)</a:t>
            </a:r>
          </a:p>
          <a:p>
            <a:pPr lvl="1"/>
            <a:r>
              <a:rPr lang="en-US" sz="1600" dirty="0"/>
              <a:t>ROC: Plot of true positive rate versus false positive rate; sensitivity versus (1-specificity)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AE3AB0-5B02-89AF-00E0-5A8C509C0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Measures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CE2249-179D-786A-9A50-752F4CB0C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69264"/>
              </p:ext>
            </p:extLst>
          </p:nvPr>
        </p:nvGraphicFramePr>
        <p:xfrm>
          <a:off x="678180" y="1503680"/>
          <a:ext cx="6534150" cy="2044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590">
                  <a:extLst>
                    <a:ext uri="{9D8B030D-6E8A-4147-A177-3AD203B41FA5}">
                      <a16:colId xmlns:a16="http://schemas.microsoft.com/office/drawing/2014/main" val="405786138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772638504"/>
                    </a:ext>
                  </a:extLst>
                </a:gridCol>
                <a:gridCol w="2308860">
                  <a:extLst>
                    <a:ext uri="{9D8B030D-6E8A-4147-A177-3AD203B41FA5}">
                      <a16:colId xmlns:a16="http://schemas.microsoft.com/office/drawing/2014/main" val="620883390"/>
                    </a:ext>
                  </a:extLst>
                </a:gridCol>
              </a:tblGrid>
              <a:tr h="507534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Actual or labeled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Predicted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52901"/>
                  </a:ext>
                </a:extLst>
              </a:tr>
              <a:tr h="50753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Positive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Negative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111930"/>
                  </a:ext>
                </a:extLst>
              </a:tr>
              <a:tr h="51458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Positive (TP)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negative (FN)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302913"/>
                  </a:ext>
                </a:extLst>
              </a:tr>
              <a:tr h="51458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positive (FP)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negative (TN)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19009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D175C2-DB9E-F6A6-C27C-F755AB0423EF}"/>
              </a:ext>
            </a:extLst>
          </p:cNvPr>
          <p:cNvSpPr txBox="1"/>
          <p:nvPr/>
        </p:nvSpPr>
        <p:spPr>
          <a:xfrm>
            <a:off x="7212330" y="2233409"/>
            <a:ext cx="1689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Binary confusion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908602-AC5B-CCE2-7022-35267D5E8A66}"/>
              </a:ext>
            </a:extLst>
          </p:cNvPr>
          <p:cNvSpPr txBox="1"/>
          <p:nvPr/>
        </p:nvSpPr>
        <p:spPr>
          <a:xfrm>
            <a:off x="6213231" y="4056185"/>
            <a:ext cx="28135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For </a:t>
            </a:r>
            <a:r>
              <a:rPr lang="en-US" b="1" i="1" dirty="0">
                <a:solidFill>
                  <a:srgbClr val="7030A0"/>
                </a:solidFill>
              </a:rPr>
              <a:t>imbalanced</a:t>
            </a:r>
            <a:r>
              <a:rPr lang="en-US" b="1" dirty="0">
                <a:solidFill>
                  <a:srgbClr val="7030A0"/>
                </a:solidFill>
              </a:rPr>
              <a:t> data, balanced accuracy and G-mean scores are also used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C5C6B2A-196A-7F53-62A9-0D1C8FFEF016}"/>
                  </a:ext>
                </a:extLst>
              </p14:cNvPr>
              <p14:cNvContentPartPr/>
              <p14:nvPr/>
            </p14:nvContentPartPr>
            <p14:xfrm>
              <a:off x="650880" y="2945880"/>
              <a:ext cx="4852080" cy="1408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C5C6B2A-196A-7F53-62A9-0D1C8FFEF0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520" y="2936520"/>
                <a:ext cx="4870800" cy="142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8461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E618A-7492-CB46-A568-AE6AAA75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14248C-E1B8-6A87-BA96-74B2CB716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(Classification) Trees</a:t>
            </a:r>
          </a:p>
        </p:txBody>
      </p:sp>
      <p:pic>
        <p:nvPicPr>
          <p:cNvPr id="8" name="Picture 7" descr="A diagram of a company&#10;&#10;Description automatically generated">
            <a:extLst>
              <a:ext uri="{FF2B5EF4-FFF2-40B4-BE49-F238E27FC236}">
                <a16:creationId xmlns:a16="http://schemas.microsoft.com/office/drawing/2014/main" id="{3A46F6A5-905A-77D2-4D20-544584EF5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970" y="1464310"/>
            <a:ext cx="4164266" cy="5257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31B78F-A38E-FCFF-DC6B-1558B40E0F82}"/>
              </a:ext>
            </a:extLst>
          </p:cNvPr>
          <p:cNvSpPr txBox="1"/>
          <p:nvPr/>
        </p:nvSpPr>
        <p:spPr>
          <a:xfrm>
            <a:off x="5943600" y="5393690"/>
            <a:ext cx="2766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Modeling of molding process for LED production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5ADAA7-0D9F-B5E7-BB5C-C55708D6C7A0}"/>
              </a:ext>
            </a:extLst>
          </p:cNvPr>
          <p:cNvSpPr txBox="1"/>
          <p:nvPr/>
        </p:nvSpPr>
        <p:spPr>
          <a:xfrm>
            <a:off x="5693460" y="3539212"/>
            <a:ext cx="32663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source: </a:t>
            </a:r>
            <a:r>
              <a:rPr lang="en-US" sz="1000" dirty="0">
                <a:hlinkClick r:id="rId3"/>
              </a:rPr>
              <a:t>https://www.intechopen.com/chapters/5958</a:t>
            </a:r>
            <a:endParaRPr lang="en-US" sz="1000" dirty="0"/>
          </a:p>
          <a:p>
            <a:endParaRPr lang="en-US" sz="1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3981FD2-68A6-C8D0-62C7-539536BAA874}"/>
                  </a:ext>
                </a:extLst>
              </p14:cNvPr>
              <p14:cNvContentPartPr/>
              <p14:nvPr/>
            </p14:nvContentPartPr>
            <p14:xfrm>
              <a:off x="990720" y="2561400"/>
              <a:ext cx="3136680" cy="989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3981FD2-68A6-C8D0-62C7-539536BAA8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1360" y="2552040"/>
                <a:ext cx="3155400" cy="10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997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EEFF-A633-D828-6EB4-2786E4725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3D3126-D438-FD51-3100-552074ECD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2435578"/>
          </a:xfrm>
        </p:spPr>
        <p:txBody>
          <a:bodyPr/>
          <a:lstStyle/>
          <a:p>
            <a:r>
              <a:rPr lang="en-US" dirty="0"/>
              <a:t>Bootstrapped aggregation or </a:t>
            </a:r>
            <a:r>
              <a:rPr lang="en-US" i="1" dirty="0"/>
              <a:t>bagging</a:t>
            </a:r>
          </a:p>
          <a:p>
            <a:pPr lvl="1"/>
            <a:r>
              <a:rPr lang="en-US" dirty="0"/>
              <a:t>Decreases variance and avoids overfitting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4771F-E275-4831-2405-42015DC46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Forests</a:t>
            </a:r>
          </a:p>
        </p:txBody>
      </p:sp>
      <p:pic>
        <p:nvPicPr>
          <p:cNvPr id="5" name="Picture 4" descr="A diagram of a classifier&#10;&#10;Description automatically generated">
            <a:extLst>
              <a:ext uri="{FF2B5EF4-FFF2-40B4-BE49-F238E27FC236}">
                <a16:creationId xmlns:a16="http://schemas.microsoft.com/office/drawing/2014/main" id="{3138FA4E-1EC0-9214-2AC2-C02B70861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730" y="2213828"/>
            <a:ext cx="6350000" cy="3581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7388B9-1ACB-E4F8-A165-6792DF1B9B3D}"/>
              </a:ext>
            </a:extLst>
          </p:cNvPr>
          <p:cNvSpPr txBox="1"/>
          <p:nvPr/>
        </p:nvSpPr>
        <p:spPr>
          <a:xfrm>
            <a:off x="1143000" y="5795228"/>
            <a:ext cx="6995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Each classifier is a decision tree</a:t>
            </a:r>
          </a:p>
          <a:p>
            <a:r>
              <a:rPr lang="en-US" dirty="0">
                <a:solidFill>
                  <a:srgbClr val="7030A0"/>
                </a:solidFill>
              </a:rPr>
              <a:t>Final predictions are obtained by either taking the average outcome or the most common (majority) outcome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C79A2F-A12F-FCC1-9160-D2E42B74D899}"/>
              </a:ext>
            </a:extLst>
          </p:cNvPr>
          <p:cNvSpPr txBox="1"/>
          <p:nvPr/>
        </p:nvSpPr>
        <p:spPr>
          <a:xfrm>
            <a:off x="228601" y="3883378"/>
            <a:ext cx="1472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Training set sampling with replacement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8982F5-B0E3-C614-862A-5C062DC01A31}"/>
                  </a:ext>
                </a:extLst>
              </p14:cNvPr>
              <p14:cNvContentPartPr/>
              <p14:nvPr/>
            </p14:nvContentPartPr>
            <p14:xfrm>
              <a:off x="4696920" y="2247480"/>
              <a:ext cx="3319560" cy="2779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8982F5-B0E3-C614-862A-5C062DC01A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87560" y="2238120"/>
                <a:ext cx="3338280" cy="279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7336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F628F-B1D9-C394-2D60-1D2E40EDF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DD007B-6EB9-D4EE-5FB3-36B8FC4DE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975360"/>
          </a:xfrm>
        </p:spPr>
        <p:txBody>
          <a:bodyPr/>
          <a:lstStyle/>
          <a:p>
            <a:r>
              <a:rPr lang="en-US" dirty="0"/>
              <a:t>Adaptive boosting</a:t>
            </a:r>
          </a:p>
          <a:p>
            <a:pPr lvl="1"/>
            <a:r>
              <a:rPr lang="en-US" dirty="0"/>
              <a:t>Helps reduce bias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DE5E0E-BC34-DF3A-A9CB-B271E370F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</a:t>
            </a:r>
          </a:p>
        </p:txBody>
      </p:sp>
      <p:pic>
        <p:nvPicPr>
          <p:cNvPr id="5" name="Picture 4" descr="A diagram of a data analysis&#10;&#10;Description automatically generated">
            <a:extLst>
              <a:ext uri="{FF2B5EF4-FFF2-40B4-BE49-F238E27FC236}">
                <a16:creationId xmlns:a16="http://schemas.microsoft.com/office/drawing/2014/main" id="{17D8945F-FA75-323B-11F4-AF1614DC2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2325370"/>
            <a:ext cx="6350000" cy="355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7D0570-4C75-A3A4-E527-7D42D1D165AF}"/>
              </a:ext>
            </a:extLst>
          </p:cNvPr>
          <p:cNvSpPr txBox="1"/>
          <p:nvPr/>
        </p:nvSpPr>
        <p:spPr>
          <a:xfrm>
            <a:off x="1143000" y="5795228"/>
            <a:ext cx="6995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Increase the weight of the wrongly classified data points and decrease the weights of correctly classified data points; normalize the weights of all the data points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17C973-6B76-CDDE-8CC7-36A83D251A4D}"/>
                  </a:ext>
                </a:extLst>
              </p14:cNvPr>
              <p14:cNvContentPartPr/>
              <p14:nvPr/>
            </p14:nvContentPartPr>
            <p14:xfrm>
              <a:off x="320760" y="1394280"/>
              <a:ext cx="8808480" cy="5454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17C973-6B76-CDDE-8CC7-36A83D251A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1400" y="1384920"/>
                <a:ext cx="8827200" cy="547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8996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DEEC-AF64-149B-E581-CDF71C12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5687A3-AEEA-170B-5F7A-3A4AE7C31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799"/>
            <a:ext cx="8753354" cy="3888130"/>
          </a:xfrm>
        </p:spPr>
        <p:txBody>
          <a:bodyPr/>
          <a:lstStyle/>
          <a:p>
            <a:r>
              <a:rPr lang="en-US" dirty="0"/>
              <a:t>Models </a:t>
            </a:r>
            <a:r>
              <a:rPr lang="en-US" i="1" dirty="0"/>
              <a:t>log-odds</a:t>
            </a:r>
            <a:r>
              <a:rPr lang="en-US" dirty="0"/>
              <a:t> of a dependent (target / response) variable (binary class) as a linear combination of several independent variables (features)</a:t>
            </a:r>
          </a:p>
          <a:p>
            <a:pPr lvl="1"/>
            <a:endParaRPr lang="en-US" sz="300" dirty="0"/>
          </a:p>
          <a:p>
            <a:pPr lvl="1"/>
            <a:r>
              <a:rPr lang="en-US" dirty="0"/>
              <a:t>A </a:t>
            </a:r>
            <a:r>
              <a:rPr lang="en-US" i="1" dirty="0"/>
              <a:t>logistic function </a:t>
            </a:r>
            <a:r>
              <a:rPr lang="en-US" dirty="0"/>
              <a:t>typically converts the log-odds to a probability measure</a:t>
            </a:r>
          </a:p>
          <a:p>
            <a:pPr lvl="2"/>
            <a:r>
              <a:rPr lang="en-US" dirty="0"/>
              <a:t>Sigmoid is the standard logistic function</a:t>
            </a:r>
          </a:p>
          <a:p>
            <a:pPr lvl="2"/>
            <a:r>
              <a:rPr lang="en-US" i="1" dirty="0"/>
              <a:t>Logistic</a:t>
            </a:r>
            <a:r>
              <a:rPr lang="en-US" dirty="0"/>
              <a:t> (log) loss function, also known as </a:t>
            </a:r>
            <a:r>
              <a:rPr lang="en-US" i="1" dirty="0"/>
              <a:t>cross entropy </a:t>
            </a:r>
            <a:r>
              <a:rPr lang="en-US" dirty="0"/>
              <a:t>loss, is used to assess </a:t>
            </a:r>
            <a:r>
              <a:rPr lang="en-US" i="1" dirty="0"/>
              <a:t>goodness of fit</a:t>
            </a:r>
            <a:r>
              <a:rPr lang="en-US" dirty="0"/>
              <a:t> of the classifier; this is equivalent to maximizing the </a:t>
            </a:r>
            <a:r>
              <a:rPr lang="en-US" i="1" dirty="0"/>
              <a:t>log-likelihood</a:t>
            </a:r>
            <a:r>
              <a:rPr lang="en-US" dirty="0"/>
              <a:t> (or likelihood function) for parameter estimation</a:t>
            </a:r>
          </a:p>
          <a:p>
            <a:pPr lvl="1"/>
            <a:endParaRPr lang="en-US" sz="3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955419-6836-9045-6B29-62489D4AD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(Logit) Regression</a:t>
            </a:r>
          </a:p>
        </p:txBody>
      </p:sp>
    </p:spTree>
    <p:extLst>
      <p:ext uri="{BB962C8B-B14F-4D97-AF65-F5344CB8AC3E}">
        <p14:creationId xmlns:p14="http://schemas.microsoft.com/office/powerpoint/2010/main" val="2315623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C7CA-8F90-4BB3-3765-5D519940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C1FC50-457B-7144-BE9E-963C6FAD6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447800"/>
            <a:ext cx="3634739" cy="5410200"/>
          </a:xfrm>
        </p:spPr>
        <p:txBody>
          <a:bodyPr/>
          <a:lstStyle/>
          <a:p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Kim, A., Oh, K., Jung, J.Y. and Kim, B., 2018. 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2"/>
              </a:rPr>
              <a:t>Imbalanced classification of manufacturing quality conditions using cost-sensitive decision tree ensembles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Computer Integrated Manufacturing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31(8), pp.701-717.</a:t>
            </a:r>
          </a:p>
          <a:p>
            <a:endParaRPr lang="en-US" sz="8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Main challenge: Quality analysis data set is generally 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unbalanced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because the defective rate is quite low in practice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7E3BF4-ABF1-B8B1-9E16-A9D27EF9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89" y="231775"/>
            <a:ext cx="8599311" cy="838200"/>
          </a:xfrm>
        </p:spPr>
        <p:txBody>
          <a:bodyPr/>
          <a:lstStyle/>
          <a:p>
            <a:r>
              <a:rPr lang="en-US" dirty="0"/>
              <a:t>Case Study: Problem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0B5DE6-6DE8-ABB6-CE9D-A3E1E1125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211" y="2366799"/>
            <a:ext cx="5029200" cy="16176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752262-08C9-D2AA-7721-DC77877F1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211" y="4777740"/>
            <a:ext cx="50292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200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30C9-1953-D4C2-BE2E-1CC05E7E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Manufacturing Process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B8DD53-F06B-2BF9-04DD-92DF6892B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94" y="1466850"/>
            <a:ext cx="8633012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1D0D8C-B62D-905B-B89B-78D4D4D27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21" y="4424680"/>
            <a:ext cx="851858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46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1A9C1-ABC3-4454-90D8-5F24831C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CFE5FF-0FCD-B6B4-D0F5-DE449B8B2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402080"/>
            <a:ext cx="2377440" cy="5200650"/>
          </a:xfrm>
        </p:spPr>
        <p:txBody>
          <a:bodyPr/>
          <a:lstStyle/>
          <a:p>
            <a:r>
              <a:rPr lang="en-US" sz="2000" dirty="0"/>
              <a:t>New method: A cost-sensitive decision tree ensemble algorithm is adopted to </a:t>
            </a:r>
            <a:r>
              <a:rPr lang="en-US" sz="2000" i="1" dirty="0"/>
              <a:t>boost</a:t>
            </a:r>
            <a:r>
              <a:rPr lang="en-US" sz="2000" dirty="0"/>
              <a:t> the small number of defective cases and </a:t>
            </a:r>
            <a:r>
              <a:rPr lang="en-US" sz="2000" i="1" dirty="0"/>
              <a:t>assign a higher cost to the misclassification of defective products</a:t>
            </a:r>
            <a:r>
              <a:rPr lang="en-US" sz="2000" dirty="0"/>
              <a:t> than that of normal products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D27D41-871D-3C6F-14AB-32276993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89" y="231775"/>
            <a:ext cx="8599311" cy="838200"/>
          </a:xfrm>
        </p:spPr>
        <p:txBody>
          <a:bodyPr/>
          <a:lstStyle/>
          <a:p>
            <a:r>
              <a:rPr lang="en-US" dirty="0"/>
              <a:t>Case Study: Method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62419B-FC4B-D04E-517A-A9CD50E01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021" y="1486535"/>
            <a:ext cx="594360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48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C806C-A4C0-1E0A-6EDB-62A74BDA2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F6B1-7062-15F5-BE35-AE5BF49A5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E23C82-E4DD-2848-B4DF-2B9A92AFA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41" y="1592580"/>
            <a:ext cx="8274718" cy="4800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C9973E7-A3F1-7A17-1867-D360485C8A48}"/>
                  </a:ext>
                </a:extLst>
              </p14:cNvPr>
              <p14:cNvContentPartPr/>
              <p14:nvPr/>
            </p14:nvContentPartPr>
            <p14:xfrm>
              <a:off x="4411800" y="1506960"/>
              <a:ext cx="4091040" cy="555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C9973E7-A3F1-7A17-1867-D360485C8A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2440" y="1497600"/>
                <a:ext cx="4109760" cy="57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4348369"/>
      </p:ext>
    </p:extLst>
  </p:cSld>
  <p:clrMapOvr>
    <a:masterClrMapping/>
  </p:clrMapOvr>
</p:sld>
</file>

<file path=ppt/theme/theme1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Book Antiqua"/>
        <a:ea typeface="ＭＳ 明朝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7030A0"/>
          </a:solidFill>
          <a:prstDash val="solid"/>
          <a:round/>
          <a:headEnd type="none" w="med" len="med"/>
          <a:tailEnd type="triangle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smtClean="0">
            <a:solidFill>
              <a:srgbClr val="7030A0"/>
            </a:solidFill>
          </a:defRPr>
        </a:defPPr>
      </a:lstStyle>
    </a:tx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Book Antiqua"/>
        <a:ea typeface="ＭＳ 明朝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112411</TotalTime>
  <Words>535</Words>
  <Application>Microsoft Macintosh PowerPoint</Application>
  <PresentationFormat>On-screen Show (4:3)</PresentationFormat>
  <Paragraphs>61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 Unicode MS</vt:lpstr>
      <vt:lpstr>Arial</vt:lpstr>
      <vt:lpstr>Book Antiqua</vt:lpstr>
      <vt:lpstr>Wingdings</vt:lpstr>
      <vt:lpstr>2_Default Design</vt:lpstr>
      <vt:lpstr>3_Default Design</vt:lpstr>
      <vt:lpstr>ME 599 J, K / IND E 599 A AI/ML for Smart Manufacturing  Classification</vt:lpstr>
      <vt:lpstr>Basics</vt:lpstr>
      <vt:lpstr>Performance Measures</vt:lpstr>
      <vt:lpstr>Decision (Classification) Trees</vt:lpstr>
      <vt:lpstr>Random Forests</vt:lpstr>
      <vt:lpstr>AdaBoost</vt:lpstr>
      <vt:lpstr>Logistic (Logit) Regression</vt:lpstr>
      <vt:lpstr>Case Study: Problem </vt:lpstr>
      <vt:lpstr>Case Study: Manufacturing Process</vt:lpstr>
      <vt:lpstr>Case Study: Method</vt:lpstr>
      <vt:lpstr>Case Study: Results</vt:lpstr>
    </vt:vector>
  </TitlesOfParts>
  <Company>SKG Lab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UMCP</dc:creator>
  <cp:lastModifiedBy>Ashis G. Banerjee</cp:lastModifiedBy>
  <cp:revision>2724</cp:revision>
  <cp:lastPrinted>2016-01-22T23:20:15Z</cp:lastPrinted>
  <dcterms:created xsi:type="dcterms:W3CDTF">2008-05-05T16:40:45Z</dcterms:created>
  <dcterms:modified xsi:type="dcterms:W3CDTF">2026-04-27T20:53:19Z</dcterms:modified>
</cp:coreProperties>
</file>