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0" r:id="rId1"/>
    <p:sldMasterId id="2147483664" r:id="rId2"/>
  </p:sldMasterIdLst>
  <p:notesMasterIdLst>
    <p:notesMasterId r:id="rId12"/>
  </p:notesMasterIdLst>
  <p:sldIdLst>
    <p:sldId id="258" r:id="rId3"/>
    <p:sldId id="284" r:id="rId4"/>
    <p:sldId id="285" r:id="rId5"/>
    <p:sldId id="286" r:id="rId6"/>
    <p:sldId id="287" r:id="rId7"/>
    <p:sldId id="291" r:id="rId8"/>
    <p:sldId id="289" r:id="rId9"/>
    <p:sldId id="290" r:id="rId10"/>
    <p:sldId id="288" r:id="rId11"/>
  </p:sldIdLst>
  <p:sldSz cx="9144000" cy="6858000" type="screen4x3"/>
  <p:notesSz cx="6858000" cy="9144000"/>
  <p:defaultTextStyle>
    <a:defPPr>
      <a:defRPr lang="en-US"/>
    </a:defPPr>
    <a:lvl1pPr algn="ctr" rtl="0" fontAlgn="base">
      <a:spcBef>
        <a:spcPct val="0"/>
      </a:spcBef>
      <a:spcAft>
        <a:spcPct val="0"/>
      </a:spcAft>
      <a:defRPr sz="1600" kern="1200">
        <a:solidFill>
          <a:schemeClr val="tx1"/>
        </a:solidFill>
        <a:latin typeface="Arial" charset="0"/>
        <a:ea typeface="+mn-ea"/>
        <a:cs typeface="Arial" charset="0"/>
      </a:defRPr>
    </a:lvl1pPr>
    <a:lvl2pPr marL="457200" algn="ctr" rtl="0" fontAlgn="base">
      <a:spcBef>
        <a:spcPct val="0"/>
      </a:spcBef>
      <a:spcAft>
        <a:spcPct val="0"/>
      </a:spcAft>
      <a:defRPr sz="1600" kern="1200">
        <a:solidFill>
          <a:schemeClr val="tx1"/>
        </a:solidFill>
        <a:latin typeface="Arial" charset="0"/>
        <a:ea typeface="+mn-ea"/>
        <a:cs typeface="Arial" charset="0"/>
      </a:defRPr>
    </a:lvl2pPr>
    <a:lvl3pPr marL="914400" algn="ctr" rtl="0" fontAlgn="base">
      <a:spcBef>
        <a:spcPct val="0"/>
      </a:spcBef>
      <a:spcAft>
        <a:spcPct val="0"/>
      </a:spcAft>
      <a:defRPr sz="1600" kern="1200">
        <a:solidFill>
          <a:schemeClr val="tx1"/>
        </a:solidFill>
        <a:latin typeface="Arial" charset="0"/>
        <a:ea typeface="+mn-ea"/>
        <a:cs typeface="Arial" charset="0"/>
      </a:defRPr>
    </a:lvl3pPr>
    <a:lvl4pPr marL="1371600" algn="ctr" rtl="0" fontAlgn="base">
      <a:spcBef>
        <a:spcPct val="0"/>
      </a:spcBef>
      <a:spcAft>
        <a:spcPct val="0"/>
      </a:spcAft>
      <a:defRPr sz="1600" kern="1200">
        <a:solidFill>
          <a:schemeClr val="tx1"/>
        </a:solidFill>
        <a:latin typeface="Arial" charset="0"/>
        <a:ea typeface="+mn-ea"/>
        <a:cs typeface="Arial" charset="0"/>
      </a:defRPr>
    </a:lvl4pPr>
    <a:lvl5pPr marL="1828800" algn="ctr" rtl="0" fontAlgn="base">
      <a:spcBef>
        <a:spcPct val="0"/>
      </a:spcBef>
      <a:spcAft>
        <a:spcPct val="0"/>
      </a:spcAft>
      <a:defRPr sz="1600" kern="1200">
        <a:solidFill>
          <a:schemeClr val="tx1"/>
        </a:solidFill>
        <a:latin typeface="Arial" charset="0"/>
        <a:ea typeface="+mn-ea"/>
        <a:cs typeface="Arial" charset="0"/>
      </a:defRPr>
    </a:lvl5pPr>
    <a:lvl6pPr marL="2286000" algn="l" defTabSz="914400" rtl="0" eaLnBrk="1" latinLnBrk="0" hangingPunct="1">
      <a:defRPr sz="1600" kern="1200">
        <a:solidFill>
          <a:schemeClr val="tx1"/>
        </a:solidFill>
        <a:latin typeface="Arial" charset="0"/>
        <a:ea typeface="+mn-ea"/>
        <a:cs typeface="Arial" charset="0"/>
      </a:defRPr>
    </a:lvl6pPr>
    <a:lvl7pPr marL="2743200" algn="l" defTabSz="914400" rtl="0" eaLnBrk="1" latinLnBrk="0" hangingPunct="1">
      <a:defRPr sz="1600" kern="1200">
        <a:solidFill>
          <a:schemeClr val="tx1"/>
        </a:solidFill>
        <a:latin typeface="Arial" charset="0"/>
        <a:ea typeface="+mn-ea"/>
        <a:cs typeface="Arial" charset="0"/>
      </a:defRPr>
    </a:lvl7pPr>
    <a:lvl8pPr marL="3200400" algn="l" defTabSz="914400" rtl="0" eaLnBrk="1" latinLnBrk="0" hangingPunct="1">
      <a:defRPr sz="1600" kern="1200">
        <a:solidFill>
          <a:schemeClr val="tx1"/>
        </a:solidFill>
        <a:latin typeface="Arial" charset="0"/>
        <a:ea typeface="+mn-ea"/>
        <a:cs typeface="Arial" charset="0"/>
      </a:defRPr>
    </a:lvl8pPr>
    <a:lvl9pPr marL="3657600" algn="l" defTabSz="914400" rtl="0" eaLnBrk="1" latinLnBrk="0" hangingPunct="1">
      <a:defRPr sz="1600"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a:srgbClr val="008000"/>
    <a:srgbClr val="00CC00"/>
    <a:srgbClr val="FF00FF"/>
    <a:srgbClr val="00FF00"/>
    <a:srgbClr val="F6F6E7"/>
    <a:srgbClr val="CCCC00"/>
    <a:srgbClr val="ECECCB"/>
    <a:srgbClr val="FFFF99"/>
    <a:srgbClr val="99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715" autoAdjust="0"/>
    <p:restoredTop sz="95238" autoAdjust="0"/>
  </p:normalViewPr>
  <p:slideViewPr>
    <p:cSldViewPr snapToGrid="0">
      <p:cViewPr varScale="1">
        <p:scale>
          <a:sx n="112" d="100"/>
          <a:sy n="112" d="100"/>
        </p:scale>
        <p:origin x="1344" y="192"/>
      </p:cViewPr>
      <p:guideLst>
        <p:guide orient="horz" pos="2160"/>
        <p:guide pos="2880"/>
      </p:guideLst>
    </p:cSldViewPr>
  </p:slideViewPr>
  <p:notesTextViewPr>
    <p:cViewPr>
      <p:scale>
        <a:sx n="68" d="100"/>
        <a:sy n="68" d="100"/>
      </p:scale>
      <p:origin x="0" y="0"/>
    </p:cViewPr>
  </p:notesTextViewPr>
  <p:sorterViewPr>
    <p:cViewPr>
      <p:scale>
        <a:sx n="45" d="100"/>
        <a:sy n="45" d="100"/>
      </p:scale>
      <p:origin x="0" y="318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vl1pPr>
          </a:lstStyle>
          <a:p>
            <a:endParaRPr lang="en-US"/>
          </a:p>
        </p:txBody>
      </p:sp>
      <p:sp>
        <p:nvSpPr>
          <p:cNvPr id="4099"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41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02"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vl1pPr>
          </a:lstStyle>
          <a:p>
            <a:endParaRPr lang="en-US"/>
          </a:p>
        </p:txBody>
      </p:sp>
      <p:sp>
        <p:nvSpPr>
          <p:cNvPr id="4103"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BFF1BEBA-C63F-41E0-B90D-DFD8867F21EB}" type="slidenum">
              <a:rPr lang="en-US"/>
              <a:pPr/>
              <a:t>‹#›</a:t>
            </a:fld>
            <a:endParaRPr lang="en-US"/>
          </a:p>
        </p:txBody>
      </p:sp>
    </p:spTree>
    <p:extLst>
      <p:ext uri="{BB962C8B-B14F-4D97-AF65-F5344CB8AC3E}">
        <p14:creationId xmlns:p14="http://schemas.microsoft.com/office/powerpoint/2010/main" val="685118591"/>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Arial" charset="0"/>
      </a:defRPr>
    </a:lvl1pPr>
    <a:lvl2pPr marL="457200" algn="l" rtl="0" fontAlgn="base">
      <a:spcBef>
        <a:spcPct val="30000"/>
      </a:spcBef>
      <a:spcAft>
        <a:spcPct val="0"/>
      </a:spcAft>
      <a:defRPr sz="1200" kern="1200">
        <a:solidFill>
          <a:schemeClr val="tx1"/>
        </a:solidFill>
        <a:latin typeface="Arial" charset="0"/>
        <a:ea typeface="+mn-ea"/>
        <a:cs typeface="Arial" charset="0"/>
      </a:defRPr>
    </a:lvl2pPr>
    <a:lvl3pPr marL="914400" algn="l" rtl="0" fontAlgn="base">
      <a:spcBef>
        <a:spcPct val="30000"/>
      </a:spcBef>
      <a:spcAft>
        <a:spcPct val="0"/>
      </a:spcAft>
      <a:defRPr sz="1200" kern="1200">
        <a:solidFill>
          <a:schemeClr val="tx1"/>
        </a:solidFill>
        <a:latin typeface="Arial" charset="0"/>
        <a:ea typeface="+mn-ea"/>
        <a:cs typeface="Arial" charset="0"/>
      </a:defRPr>
    </a:lvl3pPr>
    <a:lvl4pPr marL="1371600" algn="l" rtl="0" fontAlgn="base">
      <a:spcBef>
        <a:spcPct val="30000"/>
      </a:spcBef>
      <a:spcAft>
        <a:spcPct val="0"/>
      </a:spcAft>
      <a:defRPr sz="1200" kern="1200">
        <a:solidFill>
          <a:schemeClr val="tx1"/>
        </a:solidFill>
        <a:latin typeface="Arial" charset="0"/>
        <a:ea typeface="+mn-ea"/>
        <a:cs typeface="Arial" charset="0"/>
      </a:defRPr>
    </a:lvl4pPr>
    <a:lvl5pPr marL="1828800" algn="l" rtl="0" fontAlgn="base">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9259857-FC35-4D63-A5CC-15EEC75C56C8}" type="slidenum">
              <a:rPr lang="en-US"/>
              <a:pPr/>
              <a:t>1</a:t>
            </a:fld>
            <a:endParaRPr lang="en-US"/>
          </a:p>
        </p:txBody>
      </p:sp>
      <p:sp>
        <p:nvSpPr>
          <p:cNvPr id="28674" name="Rectangle 2"/>
          <p:cNvSpPr>
            <a:spLocks noGrp="1" noRot="1" noChangeAspect="1" noChangeArrowheads="1" noTextEdit="1"/>
          </p:cNvSpPr>
          <p:nvPr>
            <p:ph type="sldImg"/>
          </p:nvPr>
        </p:nvSpPr>
        <p:spPr>
          <a:ln/>
        </p:spPr>
      </p:sp>
      <p:sp>
        <p:nvSpPr>
          <p:cNvPr id="286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6752793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40220580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3"/>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45085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1447800"/>
            <a:ext cx="42672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47800"/>
            <a:ext cx="42672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568450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934305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23203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3815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970166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3175090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0810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231775"/>
            <a:ext cx="2171700" cy="62452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231775"/>
            <a:ext cx="6362700" cy="62452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7422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143000" y="231775"/>
            <a:ext cx="6629400" cy="838200"/>
          </a:xfrm>
        </p:spPr>
        <p:txBody>
          <a:bodyPr/>
          <a:lstStyle/>
          <a:p>
            <a:r>
              <a:rPr lang="en-US"/>
              <a:t>Click to edit Master title style</a:t>
            </a:r>
          </a:p>
        </p:txBody>
      </p:sp>
      <p:sp>
        <p:nvSpPr>
          <p:cNvPr id="3" name="Text Placeholder 2"/>
          <p:cNvSpPr>
            <a:spLocks noGrp="1"/>
          </p:cNvSpPr>
          <p:nvPr>
            <p:ph type="body" sz="half" idx="1"/>
          </p:nvPr>
        </p:nvSpPr>
        <p:spPr>
          <a:xfrm>
            <a:off x="228600" y="1447800"/>
            <a:ext cx="4267200" cy="502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447800"/>
            <a:ext cx="4267200" cy="2438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4038600"/>
            <a:ext cx="4267200" cy="2438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960372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Media" preserve="1">
  <p:cSld name="Title, Text and Media Clip">
    <p:spTree>
      <p:nvGrpSpPr>
        <p:cNvPr id="1" name=""/>
        <p:cNvGrpSpPr/>
        <p:nvPr/>
      </p:nvGrpSpPr>
      <p:grpSpPr>
        <a:xfrm>
          <a:off x="0" y="0"/>
          <a:ext cx="0" cy="0"/>
          <a:chOff x="0" y="0"/>
          <a:chExt cx="0" cy="0"/>
        </a:xfrm>
      </p:grpSpPr>
      <p:sp>
        <p:nvSpPr>
          <p:cNvPr id="2" name="Title 1"/>
          <p:cNvSpPr>
            <a:spLocks noGrp="1"/>
          </p:cNvSpPr>
          <p:nvPr>
            <p:ph type="title"/>
          </p:nvPr>
        </p:nvSpPr>
        <p:spPr>
          <a:xfrm>
            <a:off x="1143000" y="231775"/>
            <a:ext cx="6629400" cy="838200"/>
          </a:xfrm>
        </p:spPr>
        <p:txBody>
          <a:bodyPr/>
          <a:lstStyle/>
          <a:p>
            <a:r>
              <a:rPr lang="en-US"/>
              <a:t>Click to edit Master title style</a:t>
            </a:r>
          </a:p>
        </p:txBody>
      </p:sp>
      <p:sp>
        <p:nvSpPr>
          <p:cNvPr id="3" name="Text Placeholder 2"/>
          <p:cNvSpPr>
            <a:spLocks noGrp="1"/>
          </p:cNvSpPr>
          <p:nvPr>
            <p:ph type="body" sz="half" idx="1"/>
          </p:nvPr>
        </p:nvSpPr>
        <p:spPr>
          <a:xfrm>
            <a:off x="228600" y="1447800"/>
            <a:ext cx="4267200" cy="502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Media Placeholder 3"/>
          <p:cNvSpPr>
            <a:spLocks noGrp="1"/>
          </p:cNvSpPr>
          <p:nvPr>
            <p:ph type="media" sz="half" idx="2"/>
          </p:nvPr>
        </p:nvSpPr>
        <p:spPr>
          <a:xfrm>
            <a:off x="4648200" y="1447800"/>
            <a:ext cx="4267200" cy="5029200"/>
          </a:xfrm>
        </p:spPr>
        <p:txBody>
          <a:bodyPr/>
          <a:lstStyle/>
          <a:p>
            <a:endParaRPr lang="en-US"/>
          </a:p>
        </p:txBody>
      </p:sp>
    </p:spTree>
    <p:extLst>
      <p:ext uri="{BB962C8B-B14F-4D97-AF65-F5344CB8AC3E}">
        <p14:creationId xmlns:p14="http://schemas.microsoft.com/office/powerpoint/2010/main" val="22867621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15708375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012331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1802053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1447800"/>
            <a:ext cx="42672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47800"/>
            <a:ext cx="42672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404053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911780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315728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99466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6815839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23651636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69165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231775"/>
            <a:ext cx="2171700" cy="62452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231775"/>
            <a:ext cx="6362700" cy="62452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642168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43000" y="231775"/>
            <a:ext cx="6629400" cy="838200"/>
          </a:xfrm>
        </p:spPr>
        <p:txBody>
          <a:bodyPr/>
          <a:lstStyle/>
          <a:p>
            <a:r>
              <a:rPr lang="en-US"/>
              <a:t>Click to edit Master title style</a:t>
            </a:r>
          </a:p>
        </p:txBody>
      </p:sp>
      <p:sp>
        <p:nvSpPr>
          <p:cNvPr id="3" name="Text Placeholder 2"/>
          <p:cNvSpPr>
            <a:spLocks noGrp="1"/>
          </p:cNvSpPr>
          <p:nvPr>
            <p:ph type="body" sz="half" idx="1"/>
          </p:nvPr>
        </p:nvSpPr>
        <p:spPr>
          <a:xfrm>
            <a:off x="228600" y="1447800"/>
            <a:ext cx="4267200" cy="502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47800"/>
            <a:ext cx="4267200" cy="502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4421594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143000" y="231775"/>
            <a:ext cx="6629400" cy="838200"/>
          </a:xfrm>
        </p:spPr>
        <p:txBody>
          <a:bodyPr/>
          <a:lstStyle/>
          <a:p>
            <a:r>
              <a:rPr lang="en-US"/>
              <a:t>Click to edit Master title style</a:t>
            </a:r>
          </a:p>
        </p:txBody>
      </p:sp>
      <p:sp>
        <p:nvSpPr>
          <p:cNvPr id="3" name="Text Placeholder 2"/>
          <p:cNvSpPr>
            <a:spLocks noGrp="1"/>
          </p:cNvSpPr>
          <p:nvPr>
            <p:ph type="body" sz="half" idx="1"/>
          </p:nvPr>
        </p:nvSpPr>
        <p:spPr>
          <a:xfrm>
            <a:off x="228600" y="1447800"/>
            <a:ext cx="4267200" cy="502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447800"/>
            <a:ext cx="4267200" cy="2438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4038600"/>
            <a:ext cx="4267200" cy="2438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7033318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Media" preserve="1">
  <p:cSld name="Title, Text and Media Clip">
    <p:spTree>
      <p:nvGrpSpPr>
        <p:cNvPr id="1" name=""/>
        <p:cNvGrpSpPr/>
        <p:nvPr/>
      </p:nvGrpSpPr>
      <p:grpSpPr>
        <a:xfrm>
          <a:off x="0" y="0"/>
          <a:ext cx="0" cy="0"/>
          <a:chOff x="0" y="0"/>
          <a:chExt cx="0" cy="0"/>
        </a:xfrm>
      </p:grpSpPr>
      <p:sp>
        <p:nvSpPr>
          <p:cNvPr id="2" name="Title 1"/>
          <p:cNvSpPr>
            <a:spLocks noGrp="1"/>
          </p:cNvSpPr>
          <p:nvPr>
            <p:ph type="title"/>
          </p:nvPr>
        </p:nvSpPr>
        <p:spPr>
          <a:xfrm>
            <a:off x="1143000" y="231775"/>
            <a:ext cx="6629400" cy="838200"/>
          </a:xfrm>
        </p:spPr>
        <p:txBody>
          <a:bodyPr/>
          <a:lstStyle/>
          <a:p>
            <a:r>
              <a:rPr lang="en-US"/>
              <a:t>Click to edit Master title style</a:t>
            </a:r>
          </a:p>
        </p:txBody>
      </p:sp>
      <p:sp>
        <p:nvSpPr>
          <p:cNvPr id="3" name="Text Placeholder 2"/>
          <p:cNvSpPr>
            <a:spLocks noGrp="1"/>
          </p:cNvSpPr>
          <p:nvPr>
            <p:ph type="body" sz="half" idx="1"/>
          </p:nvPr>
        </p:nvSpPr>
        <p:spPr>
          <a:xfrm>
            <a:off x="228600" y="1447800"/>
            <a:ext cx="4267200" cy="502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Media Placeholder 3"/>
          <p:cNvSpPr>
            <a:spLocks noGrp="1"/>
          </p:cNvSpPr>
          <p:nvPr>
            <p:ph type="media" sz="half" idx="2"/>
          </p:nvPr>
        </p:nvSpPr>
        <p:spPr>
          <a:xfrm>
            <a:off x="4648200" y="1447800"/>
            <a:ext cx="4267200" cy="5029200"/>
          </a:xfrm>
        </p:spPr>
        <p:txBody>
          <a:bodyPr/>
          <a:lstStyle/>
          <a:p>
            <a:endParaRPr lang="en-US"/>
          </a:p>
        </p:txBody>
      </p:sp>
    </p:spTree>
    <p:extLst>
      <p:ext uri="{BB962C8B-B14F-4D97-AF65-F5344CB8AC3E}">
        <p14:creationId xmlns:p14="http://schemas.microsoft.com/office/powerpoint/2010/main" val="10510332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2.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bwMode="auto">
          <a:xfrm>
            <a:off x="1143000" y="231775"/>
            <a:ext cx="66294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for Slide Title</a:t>
            </a:r>
          </a:p>
        </p:txBody>
      </p:sp>
      <p:sp>
        <p:nvSpPr>
          <p:cNvPr id="17411" name="Rectangle 3"/>
          <p:cNvSpPr>
            <a:spLocks noGrp="1" noChangeArrowheads="1"/>
          </p:cNvSpPr>
          <p:nvPr>
            <p:ph type="body" idx="1"/>
          </p:nvPr>
        </p:nvSpPr>
        <p:spPr bwMode="auto">
          <a:xfrm>
            <a:off x="228600" y="1447800"/>
            <a:ext cx="86868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416" name="Line 8"/>
          <p:cNvSpPr>
            <a:spLocks noChangeShapeType="1"/>
          </p:cNvSpPr>
          <p:nvPr/>
        </p:nvSpPr>
        <p:spPr bwMode="auto">
          <a:xfrm>
            <a:off x="250825" y="1196975"/>
            <a:ext cx="8642350" cy="0"/>
          </a:xfrm>
          <a:prstGeom prst="line">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17" name="Line 9"/>
          <p:cNvSpPr>
            <a:spLocks noChangeShapeType="1"/>
          </p:cNvSpPr>
          <p:nvPr/>
        </p:nvSpPr>
        <p:spPr bwMode="auto">
          <a:xfrm>
            <a:off x="250825" y="1341438"/>
            <a:ext cx="864235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hf hdr="0" ftr="0" dt="0"/>
  <p:txStyles>
    <p:titleStyle>
      <a:lvl1pPr algn="ctr" rtl="0" fontAlgn="base">
        <a:spcBef>
          <a:spcPct val="0"/>
        </a:spcBef>
        <a:spcAft>
          <a:spcPct val="0"/>
        </a:spcAft>
        <a:defRPr sz="3200">
          <a:solidFill>
            <a:srgbClr val="003399"/>
          </a:solidFill>
          <a:latin typeface="+mj-lt"/>
          <a:ea typeface="+mj-ea"/>
          <a:cs typeface="+mj-cs"/>
        </a:defRPr>
      </a:lvl1pPr>
      <a:lvl2pPr algn="ctr" rtl="0" fontAlgn="base">
        <a:spcBef>
          <a:spcPct val="0"/>
        </a:spcBef>
        <a:spcAft>
          <a:spcPct val="0"/>
        </a:spcAft>
        <a:defRPr sz="3200">
          <a:solidFill>
            <a:srgbClr val="003399"/>
          </a:solidFill>
          <a:latin typeface="Book Antiqua" pitchFamily="18" charset="0"/>
          <a:ea typeface="ＭＳ 明朝" pitchFamily="49" charset="-128"/>
          <a:cs typeface="Arial" charset="0"/>
        </a:defRPr>
      </a:lvl2pPr>
      <a:lvl3pPr algn="ctr" rtl="0" fontAlgn="base">
        <a:spcBef>
          <a:spcPct val="0"/>
        </a:spcBef>
        <a:spcAft>
          <a:spcPct val="0"/>
        </a:spcAft>
        <a:defRPr sz="3200">
          <a:solidFill>
            <a:srgbClr val="003399"/>
          </a:solidFill>
          <a:latin typeface="Book Antiqua" pitchFamily="18" charset="0"/>
          <a:ea typeface="ＭＳ 明朝" pitchFamily="49" charset="-128"/>
          <a:cs typeface="Arial" charset="0"/>
        </a:defRPr>
      </a:lvl3pPr>
      <a:lvl4pPr algn="ctr" rtl="0" fontAlgn="base">
        <a:spcBef>
          <a:spcPct val="0"/>
        </a:spcBef>
        <a:spcAft>
          <a:spcPct val="0"/>
        </a:spcAft>
        <a:defRPr sz="3200">
          <a:solidFill>
            <a:srgbClr val="003399"/>
          </a:solidFill>
          <a:latin typeface="Book Antiqua" pitchFamily="18" charset="0"/>
          <a:ea typeface="ＭＳ 明朝" pitchFamily="49" charset="-128"/>
          <a:cs typeface="Arial" charset="0"/>
        </a:defRPr>
      </a:lvl4pPr>
      <a:lvl5pPr algn="ctr" rtl="0" fontAlgn="base">
        <a:spcBef>
          <a:spcPct val="0"/>
        </a:spcBef>
        <a:spcAft>
          <a:spcPct val="0"/>
        </a:spcAft>
        <a:defRPr sz="3200">
          <a:solidFill>
            <a:srgbClr val="003399"/>
          </a:solidFill>
          <a:latin typeface="Book Antiqua" pitchFamily="18" charset="0"/>
          <a:ea typeface="ＭＳ 明朝" pitchFamily="49" charset="-128"/>
          <a:cs typeface="Arial" charset="0"/>
        </a:defRPr>
      </a:lvl5pPr>
      <a:lvl6pPr marL="457200" algn="ctr" rtl="0" fontAlgn="base">
        <a:spcBef>
          <a:spcPct val="0"/>
        </a:spcBef>
        <a:spcAft>
          <a:spcPct val="0"/>
        </a:spcAft>
        <a:defRPr sz="3200">
          <a:solidFill>
            <a:srgbClr val="003399"/>
          </a:solidFill>
          <a:latin typeface="Book Antiqua" pitchFamily="18" charset="0"/>
          <a:ea typeface="ＭＳ 明朝" pitchFamily="49" charset="-128"/>
          <a:cs typeface="Arial" charset="0"/>
        </a:defRPr>
      </a:lvl6pPr>
      <a:lvl7pPr marL="914400" algn="ctr" rtl="0" fontAlgn="base">
        <a:spcBef>
          <a:spcPct val="0"/>
        </a:spcBef>
        <a:spcAft>
          <a:spcPct val="0"/>
        </a:spcAft>
        <a:defRPr sz="3200">
          <a:solidFill>
            <a:srgbClr val="003399"/>
          </a:solidFill>
          <a:latin typeface="Book Antiqua" pitchFamily="18" charset="0"/>
          <a:ea typeface="ＭＳ 明朝" pitchFamily="49" charset="-128"/>
          <a:cs typeface="Arial" charset="0"/>
        </a:defRPr>
      </a:lvl7pPr>
      <a:lvl8pPr marL="1371600" algn="ctr" rtl="0" fontAlgn="base">
        <a:spcBef>
          <a:spcPct val="0"/>
        </a:spcBef>
        <a:spcAft>
          <a:spcPct val="0"/>
        </a:spcAft>
        <a:defRPr sz="3200">
          <a:solidFill>
            <a:srgbClr val="003399"/>
          </a:solidFill>
          <a:latin typeface="Book Antiqua" pitchFamily="18" charset="0"/>
          <a:ea typeface="ＭＳ 明朝" pitchFamily="49" charset="-128"/>
          <a:cs typeface="Arial" charset="0"/>
        </a:defRPr>
      </a:lvl8pPr>
      <a:lvl9pPr marL="1828800" algn="ctr" rtl="0" fontAlgn="base">
        <a:spcBef>
          <a:spcPct val="0"/>
        </a:spcBef>
        <a:spcAft>
          <a:spcPct val="0"/>
        </a:spcAft>
        <a:defRPr sz="3200">
          <a:solidFill>
            <a:srgbClr val="003399"/>
          </a:solidFill>
          <a:latin typeface="Book Antiqua" pitchFamily="18" charset="0"/>
          <a:ea typeface="ＭＳ 明朝" pitchFamily="49" charset="-128"/>
          <a:cs typeface="Arial" charset="0"/>
        </a:defRPr>
      </a:lvl9pPr>
    </p:titleStyle>
    <p:bodyStyle>
      <a:lvl1pPr marL="234950" indent="-234950" algn="l" rtl="0" fontAlgn="base">
        <a:spcBef>
          <a:spcPct val="20000"/>
        </a:spcBef>
        <a:spcAft>
          <a:spcPct val="0"/>
        </a:spcAft>
        <a:buChar char="•"/>
        <a:defRPr sz="2400">
          <a:solidFill>
            <a:schemeClr val="tx1"/>
          </a:solidFill>
          <a:latin typeface="+mn-lt"/>
          <a:ea typeface="+mn-ea"/>
          <a:cs typeface="+mn-cs"/>
        </a:defRPr>
      </a:lvl1pPr>
      <a:lvl2pPr marL="631825" indent="-282575" algn="l" rtl="0" fontAlgn="base">
        <a:spcBef>
          <a:spcPct val="20000"/>
        </a:spcBef>
        <a:spcAft>
          <a:spcPct val="0"/>
        </a:spcAft>
        <a:buSzPct val="80000"/>
        <a:buFont typeface="Arial" charset="0"/>
        <a:buChar char="─"/>
        <a:defRPr sz="2000">
          <a:solidFill>
            <a:schemeClr val="tx1"/>
          </a:solidFill>
          <a:latin typeface="+mn-lt"/>
          <a:cs typeface="+mn-cs"/>
        </a:defRPr>
      </a:lvl2pPr>
      <a:lvl3pPr marL="977900" indent="-231775" algn="l" rtl="0" fontAlgn="base">
        <a:spcBef>
          <a:spcPct val="20000"/>
        </a:spcBef>
        <a:spcAft>
          <a:spcPct val="0"/>
        </a:spcAft>
        <a:buSzPct val="80000"/>
        <a:buFont typeface="Wingdings" pitchFamily="2" charset="2"/>
        <a:buChar char="§"/>
        <a:defRPr>
          <a:solidFill>
            <a:schemeClr val="tx1"/>
          </a:solidFill>
          <a:latin typeface="+mn-lt"/>
          <a:cs typeface="+mn-cs"/>
        </a:defRPr>
      </a:lvl3pPr>
      <a:lvl4pPr marL="1377950" indent="-285750" algn="l" rtl="0" fontAlgn="base">
        <a:spcBef>
          <a:spcPct val="20000"/>
        </a:spcBef>
        <a:spcAft>
          <a:spcPct val="0"/>
        </a:spcAft>
        <a:buSzPct val="80000"/>
        <a:buFont typeface="Arial Unicode MS" pitchFamily="34" charset="-128"/>
        <a:buChar char="→"/>
        <a:defRPr sz="1600">
          <a:solidFill>
            <a:schemeClr val="tx1"/>
          </a:solidFill>
          <a:latin typeface="+mn-lt"/>
          <a:cs typeface="+mn-cs"/>
        </a:defRPr>
      </a:lvl4pPr>
      <a:lvl5pPr marL="1781175" indent="-288925" algn="l" rtl="0" fontAlgn="base">
        <a:spcBef>
          <a:spcPct val="20000"/>
        </a:spcBef>
        <a:spcAft>
          <a:spcPct val="0"/>
        </a:spcAft>
        <a:buFont typeface="Arial" charset="0"/>
        <a:buBlip>
          <a:blip/>
        </a:buBlip>
        <a:defRPr sz="1400">
          <a:solidFill>
            <a:schemeClr val="tx1"/>
          </a:solidFill>
          <a:latin typeface="+mn-lt"/>
          <a:cs typeface="+mn-cs"/>
        </a:defRPr>
      </a:lvl5pPr>
      <a:lvl6pPr marL="2238375" indent="-288925" algn="l" rtl="0" fontAlgn="base">
        <a:spcBef>
          <a:spcPct val="20000"/>
        </a:spcBef>
        <a:spcAft>
          <a:spcPct val="0"/>
        </a:spcAft>
        <a:buFont typeface="Arial" charset="0"/>
        <a:buBlip>
          <a:blip/>
        </a:buBlip>
        <a:defRPr sz="1400">
          <a:solidFill>
            <a:schemeClr val="tx1"/>
          </a:solidFill>
          <a:latin typeface="+mn-lt"/>
          <a:cs typeface="+mn-cs"/>
        </a:defRPr>
      </a:lvl6pPr>
      <a:lvl7pPr marL="2695575" indent="-288925" algn="l" rtl="0" fontAlgn="base">
        <a:spcBef>
          <a:spcPct val="20000"/>
        </a:spcBef>
        <a:spcAft>
          <a:spcPct val="0"/>
        </a:spcAft>
        <a:buFont typeface="Arial" charset="0"/>
        <a:buBlip>
          <a:blip/>
        </a:buBlip>
        <a:defRPr sz="1400">
          <a:solidFill>
            <a:schemeClr val="tx1"/>
          </a:solidFill>
          <a:latin typeface="+mn-lt"/>
          <a:cs typeface="+mn-cs"/>
        </a:defRPr>
      </a:lvl7pPr>
      <a:lvl8pPr marL="3152775" indent="-288925" algn="l" rtl="0" fontAlgn="base">
        <a:spcBef>
          <a:spcPct val="20000"/>
        </a:spcBef>
        <a:spcAft>
          <a:spcPct val="0"/>
        </a:spcAft>
        <a:buFont typeface="Arial" charset="0"/>
        <a:buBlip>
          <a:blip/>
        </a:buBlip>
        <a:defRPr sz="1400">
          <a:solidFill>
            <a:schemeClr val="tx1"/>
          </a:solidFill>
          <a:latin typeface="+mn-lt"/>
          <a:cs typeface="+mn-cs"/>
        </a:defRPr>
      </a:lvl8pPr>
      <a:lvl9pPr marL="3609975" indent="-288925" algn="l" rtl="0" fontAlgn="base">
        <a:spcBef>
          <a:spcPct val="20000"/>
        </a:spcBef>
        <a:spcAft>
          <a:spcPct val="0"/>
        </a:spcAft>
        <a:buFont typeface="Arial" charset="0"/>
        <a:buBlip>
          <a:blip/>
        </a:buBlip>
        <a:defRPr sz="14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bwMode="auto">
          <a:xfrm>
            <a:off x="1143000" y="231775"/>
            <a:ext cx="66294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for Slide Title</a:t>
            </a:r>
          </a:p>
        </p:txBody>
      </p:sp>
      <p:sp>
        <p:nvSpPr>
          <p:cNvPr id="17411" name="Rectangle 3"/>
          <p:cNvSpPr>
            <a:spLocks noGrp="1" noChangeArrowheads="1"/>
          </p:cNvSpPr>
          <p:nvPr>
            <p:ph type="body" idx="1"/>
          </p:nvPr>
        </p:nvSpPr>
        <p:spPr bwMode="auto">
          <a:xfrm>
            <a:off x="228600" y="1447800"/>
            <a:ext cx="86868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7415" name="Picture 16" descr="informal"/>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228600" y="311150"/>
            <a:ext cx="685800" cy="67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6" name="Line 8"/>
          <p:cNvSpPr>
            <a:spLocks noChangeShapeType="1"/>
          </p:cNvSpPr>
          <p:nvPr/>
        </p:nvSpPr>
        <p:spPr bwMode="auto">
          <a:xfrm>
            <a:off x="250825" y="1196975"/>
            <a:ext cx="8642350" cy="0"/>
          </a:xfrm>
          <a:prstGeom prst="line">
            <a:avLst/>
          </a:prstGeom>
          <a:noFill/>
          <a:ln w="762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rgbClr val="000000"/>
              </a:solidFill>
            </a:endParaRPr>
          </a:p>
        </p:txBody>
      </p:sp>
      <p:sp>
        <p:nvSpPr>
          <p:cNvPr id="17417" name="Line 9"/>
          <p:cNvSpPr>
            <a:spLocks noChangeShapeType="1"/>
          </p:cNvSpPr>
          <p:nvPr/>
        </p:nvSpPr>
        <p:spPr bwMode="auto">
          <a:xfrm>
            <a:off x="250825" y="1341438"/>
            <a:ext cx="864235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rgbClr val="000000"/>
              </a:solidFill>
            </a:endParaRPr>
          </a:p>
        </p:txBody>
      </p:sp>
      <p:pic>
        <p:nvPicPr>
          <p:cNvPr id="17419" name="Picture 11" descr="AML_logo_3 copy"/>
          <p:cNvPicPr>
            <a:picLocks noChangeAspect="1" noChangeArrowheads="1"/>
          </p:cNvPicPr>
          <p:nvPr/>
        </p:nvPicPr>
        <p:blipFill>
          <a:blip cstate="print">
            <a:extLst>
              <a:ext uri="{28A0092B-C50C-407E-A947-70E740481C1C}">
                <a14:useLocalDpi xmlns:a14="http://schemas.microsoft.com/office/drawing/2010/main" val="0"/>
              </a:ext>
            </a:extLst>
          </a:blip>
          <a:srcRect/>
          <a:stretch>
            <a:fillRect/>
          </a:stretch>
        </p:blipFill>
        <p:spPr bwMode="auto">
          <a:xfrm>
            <a:off x="7848600" y="266700"/>
            <a:ext cx="1085850" cy="723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1588255"/>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Lst>
  <p:hf hdr="0" ftr="0" dt="0"/>
  <p:txStyles>
    <p:titleStyle>
      <a:lvl1pPr algn="ctr" rtl="0" fontAlgn="base">
        <a:spcBef>
          <a:spcPct val="0"/>
        </a:spcBef>
        <a:spcAft>
          <a:spcPct val="0"/>
        </a:spcAft>
        <a:defRPr sz="3200">
          <a:solidFill>
            <a:srgbClr val="003399"/>
          </a:solidFill>
          <a:latin typeface="+mj-lt"/>
          <a:ea typeface="+mj-ea"/>
          <a:cs typeface="+mj-cs"/>
        </a:defRPr>
      </a:lvl1pPr>
      <a:lvl2pPr algn="ctr" rtl="0" fontAlgn="base">
        <a:spcBef>
          <a:spcPct val="0"/>
        </a:spcBef>
        <a:spcAft>
          <a:spcPct val="0"/>
        </a:spcAft>
        <a:defRPr sz="3200">
          <a:solidFill>
            <a:srgbClr val="003399"/>
          </a:solidFill>
          <a:latin typeface="Book Antiqua" pitchFamily="18" charset="0"/>
          <a:ea typeface="ＭＳ 明朝" pitchFamily="49" charset="-128"/>
          <a:cs typeface="Arial" charset="0"/>
        </a:defRPr>
      </a:lvl2pPr>
      <a:lvl3pPr algn="ctr" rtl="0" fontAlgn="base">
        <a:spcBef>
          <a:spcPct val="0"/>
        </a:spcBef>
        <a:spcAft>
          <a:spcPct val="0"/>
        </a:spcAft>
        <a:defRPr sz="3200">
          <a:solidFill>
            <a:srgbClr val="003399"/>
          </a:solidFill>
          <a:latin typeface="Book Antiqua" pitchFamily="18" charset="0"/>
          <a:ea typeface="ＭＳ 明朝" pitchFamily="49" charset="-128"/>
          <a:cs typeface="Arial" charset="0"/>
        </a:defRPr>
      </a:lvl3pPr>
      <a:lvl4pPr algn="ctr" rtl="0" fontAlgn="base">
        <a:spcBef>
          <a:spcPct val="0"/>
        </a:spcBef>
        <a:spcAft>
          <a:spcPct val="0"/>
        </a:spcAft>
        <a:defRPr sz="3200">
          <a:solidFill>
            <a:srgbClr val="003399"/>
          </a:solidFill>
          <a:latin typeface="Book Antiqua" pitchFamily="18" charset="0"/>
          <a:ea typeface="ＭＳ 明朝" pitchFamily="49" charset="-128"/>
          <a:cs typeface="Arial" charset="0"/>
        </a:defRPr>
      </a:lvl4pPr>
      <a:lvl5pPr algn="ctr" rtl="0" fontAlgn="base">
        <a:spcBef>
          <a:spcPct val="0"/>
        </a:spcBef>
        <a:spcAft>
          <a:spcPct val="0"/>
        </a:spcAft>
        <a:defRPr sz="3200">
          <a:solidFill>
            <a:srgbClr val="003399"/>
          </a:solidFill>
          <a:latin typeface="Book Antiqua" pitchFamily="18" charset="0"/>
          <a:ea typeface="ＭＳ 明朝" pitchFamily="49" charset="-128"/>
          <a:cs typeface="Arial" charset="0"/>
        </a:defRPr>
      </a:lvl5pPr>
      <a:lvl6pPr marL="457200" algn="ctr" rtl="0" fontAlgn="base">
        <a:spcBef>
          <a:spcPct val="0"/>
        </a:spcBef>
        <a:spcAft>
          <a:spcPct val="0"/>
        </a:spcAft>
        <a:defRPr sz="3200">
          <a:solidFill>
            <a:srgbClr val="003399"/>
          </a:solidFill>
          <a:latin typeface="Book Antiqua" pitchFamily="18" charset="0"/>
          <a:ea typeface="ＭＳ 明朝" pitchFamily="49" charset="-128"/>
          <a:cs typeface="Arial" charset="0"/>
        </a:defRPr>
      </a:lvl6pPr>
      <a:lvl7pPr marL="914400" algn="ctr" rtl="0" fontAlgn="base">
        <a:spcBef>
          <a:spcPct val="0"/>
        </a:spcBef>
        <a:spcAft>
          <a:spcPct val="0"/>
        </a:spcAft>
        <a:defRPr sz="3200">
          <a:solidFill>
            <a:srgbClr val="003399"/>
          </a:solidFill>
          <a:latin typeface="Book Antiqua" pitchFamily="18" charset="0"/>
          <a:ea typeface="ＭＳ 明朝" pitchFamily="49" charset="-128"/>
          <a:cs typeface="Arial" charset="0"/>
        </a:defRPr>
      </a:lvl7pPr>
      <a:lvl8pPr marL="1371600" algn="ctr" rtl="0" fontAlgn="base">
        <a:spcBef>
          <a:spcPct val="0"/>
        </a:spcBef>
        <a:spcAft>
          <a:spcPct val="0"/>
        </a:spcAft>
        <a:defRPr sz="3200">
          <a:solidFill>
            <a:srgbClr val="003399"/>
          </a:solidFill>
          <a:latin typeface="Book Antiqua" pitchFamily="18" charset="0"/>
          <a:ea typeface="ＭＳ 明朝" pitchFamily="49" charset="-128"/>
          <a:cs typeface="Arial" charset="0"/>
        </a:defRPr>
      </a:lvl8pPr>
      <a:lvl9pPr marL="1828800" algn="ctr" rtl="0" fontAlgn="base">
        <a:spcBef>
          <a:spcPct val="0"/>
        </a:spcBef>
        <a:spcAft>
          <a:spcPct val="0"/>
        </a:spcAft>
        <a:defRPr sz="3200">
          <a:solidFill>
            <a:srgbClr val="003399"/>
          </a:solidFill>
          <a:latin typeface="Book Antiqua" pitchFamily="18" charset="0"/>
          <a:ea typeface="ＭＳ 明朝" pitchFamily="49" charset="-128"/>
          <a:cs typeface="Arial" charset="0"/>
        </a:defRPr>
      </a:lvl9pPr>
    </p:titleStyle>
    <p:bodyStyle>
      <a:lvl1pPr marL="234950" indent="-234950" algn="l" rtl="0" fontAlgn="base">
        <a:spcBef>
          <a:spcPct val="20000"/>
        </a:spcBef>
        <a:spcAft>
          <a:spcPct val="0"/>
        </a:spcAft>
        <a:buChar char="•"/>
        <a:defRPr sz="2400">
          <a:solidFill>
            <a:schemeClr val="tx1"/>
          </a:solidFill>
          <a:latin typeface="+mn-lt"/>
          <a:ea typeface="+mn-ea"/>
          <a:cs typeface="+mn-cs"/>
        </a:defRPr>
      </a:lvl1pPr>
      <a:lvl2pPr marL="631825" indent="-282575" algn="l" rtl="0" fontAlgn="base">
        <a:spcBef>
          <a:spcPct val="20000"/>
        </a:spcBef>
        <a:spcAft>
          <a:spcPct val="0"/>
        </a:spcAft>
        <a:buSzPct val="80000"/>
        <a:buFont typeface="Arial" charset="0"/>
        <a:buChar char="─"/>
        <a:defRPr sz="2000">
          <a:solidFill>
            <a:schemeClr val="tx1"/>
          </a:solidFill>
          <a:latin typeface="+mn-lt"/>
          <a:cs typeface="+mn-cs"/>
        </a:defRPr>
      </a:lvl2pPr>
      <a:lvl3pPr marL="977900" indent="-231775" algn="l" rtl="0" fontAlgn="base">
        <a:spcBef>
          <a:spcPct val="20000"/>
        </a:spcBef>
        <a:spcAft>
          <a:spcPct val="0"/>
        </a:spcAft>
        <a:buSzPct val="80000"/>
        <a:buFont typeface="Wingdings" pitchFamily="2" charset="2"/>
        <a:buChar char="§"/>
        <a:defRPr>
          <a:solidFill>
            <a:schemeClr val="tx1"/>
          </a:solidFill>
          <a:latin typeface="+mn-lt"/>
          <a:cs typeface="+mn-cs"/>
        </a:defRPr>
      </a:lvl3pPr>
      <a:lvl4pPr marL="1377950" indent="-285750" algn="l" rtl="0" fontAlgn="base">
        <a:spcBef>
          <a:spcPct val="20000"/>
        </a:spcBef>
        <a:spcAft>
          <a:spcPct val="0"/>
        </a:spcAft>
        <a:buSzPct val="80000"/>
        <a:buFont typeface="Arial Unicode MS" pitchFamily="34" charset="-128"/>
        <a:buChar char="→"/>
        <a:defRPr sz="1600">
          <a:solidFill>
            <a:schemeClr val="tx1"/>
          </a:solidFill>
          <a:latin typeface="+mn-lt"/>
          <a:cs typeface="+mn-cs"/>
        </a:defRPr>
      </a:lvl4pPr>
      <a:lvl5pPr marL="1781175" indent="-288925" algn="l" rtl="0" fontAlgn="base">
        <a:spcBef>
          <a:spcPct val="20000"/>
        </a:spcBef>
        <a:spcAft>
          <a:spcPct val="0"/>
        </a:spcAft>
        <a:buFont typeface="Arial" charset="0"/>
        <a:buBlip>
          <a:blip/>
        </a:buBlip>
        <a:defRPr sz="1400">
          <a:solidFill>
            <a:schemeClr val="tx1"/>
          </a:solidFill>
          <a:latin typeface="+mn-lt"/>
          <a:cs typeface="+mn-cs"/>
        </a:defRPr>
      </a:lvl5pPr>
      <a:lvl6pPr marL="2238375" indent="-288925" algn="l" rtl="0" fontAlgn="base">
        <a:spcBef>
          <a:spcPct val="20000"/>
        </a:spcBef>
        <a:spcAft>
          <a:spcPct val="0"/>
        </a:spcAft>
        <a:buFont typeface="Arial" charset="0"/>
        <a:buBlip>
          <a:blip/>
        </a:buBlip>
        <a:defRPr sz="1400">
          <a:solidFill>
            <a:schemeClr val="tx1"/>
          </a:solidFill>
          <a:latin typeface="+mn-lt"/>
          <a:cs typeface="+mn-cs"/>
        </a:defRPr>
      </a:lvl6pPr>
      <a:lvl7pPr marL="2695575" indent="-288925" algn="l" rtl="0" fontAlgn="base">
        <a:spcBef>
          <a:spcPct val="20000"/>
        </a:spcBef>
        <a:spcAft>
          <a:spcPct val="0"/>
        </a:spcAft>
        <a:buFont typeface="Arial" charset="0"/>
        <a:buBlip>
          <a:blip/>
        </a:buBlip>
        <a:defRPr sz="1400">
          <a:solidFill>
            <a:schemeClr val="tx1"/>
          </a:solidFill>
          <a:latin typeface="+mn-lt"/>
          <a:cs typeface="+mn-cs"/>
        </a:defRPr>
      </a:lvl7pPr>
      <a:lvl8pPr marL="3152775" indent="-288925" algn="l" rtl="0" fontAlgn="base">
        <a:spcBef>
          <a:spcPct val="20000"/>
        </a:spcBef>
        <a:spcAft>
          <a:spcPct val="0"/>
        </a:spcAft>
        <a:buFont typeface="Arial" charset="0"/>
        <a:buBlip>
          <a:blip/>
        </a:buBlip>
        <a:defRPr sz="1400">
          <a:solidFill>
            <a:schemeClr val="tx1"/>
          </a:solidFill>
          <a:latin typeface="+mn-lt"/>
          <a:cs typeface="+mn-cs"/>
        </a:defRPr>
      </a:lvl8pPr>
      <a:lvl9pPr marL="3609975" indent="-288925" algn="l" rtl="0" fontAlgn="base">
        <a:spcBef>
          <a:spcPct val="20000"/>
        </a:spcBef>
        <a:spcAft>
          <a:spcPct val="0"/>
        </a:spcAft>
        <a:buFont typeface="Arial" charset="0"/>
        <a:buBlip>
          <a:blip/>
        </a:buBlip>
        <a:defRPr sz="14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ctrTitle"/>
          </p:nvPr>
        </p:nvSpPr>
        <p:spPr>
          <a:xfrm>
            <a:off x="502276" y="2158232"/>
            <a:ext cx="8139448" cy="2092036"/>
          </a:xfrm>
        </p:spPr>
        <p:txBody>
          <a:bodyPr/>
          <a:lstStyle/>
          <a:p>
            <a:r>
              <a:rPr lang="en-US" b="1" dirty="0"/>
              <a:t>ME </a:t>
            </a:r>
            <a:r>
              <a:rPr lang="en-US" b="1"/>
              <a:t>599 J, </a:t>
            </a:r>
            <a:r>
              <a:rPr lang="en-US" b="1" dirty="0"/>
              <a:t>K</a:t>
            </a:r>
            <a:r>
              <a:rPr lang="en-US" b="1"/>
              <a:t> </a:t>
            </a:r>
            <a:r>
              <a:rPr lang="en-US" b="1" dirty="0"/>
              <a:t>/ IND E </a:t>
            </a:r>
            <a:r>
              <a:rPr lang="en-US" b="1"/>
              <a:t>599 A</a:t>
            </a:r>
            <a:br>
              <a:rPr lang="en-US" b="1" dirty="0"/>
            </a:br>
            <a:r>
              <a:rPr lang="en-US" b="1" dirty="0"/>
              <a:t>AI/ML for Smart Manufacturing</a:t>
            </a:r>
            <a:br>
              <a:rPr lang="en-US" b="1" dirty="0"/>
            </a:br>
            <a:br>
              <a:rPr lang="en-US" b="1" dirty="0"/>
            </a:br>
            <a:r>
              <a:rPr lang="en-US" dirty="0"/>
              <a:t>Clustering</a:t>
            </a:r>
          </a:p>
        </p:txBody>
      </p:sp>
      <p:sp>
        <p:nvSpPr>
          <p:cNvPr id="27651" name="Rectangle 3"/>
          <p:cNvSpPr>
            <a:spLocks noGrp="1" noChangeArrowheads="1"/>
          </p:cNvSpPr>
          <p:nvPr>
            <p:ph type="subTitle" idx="1"/>
          </p:nvPr>
        </p:nvSpPr>
        <p:spPr>
          <a:xfrm>
            <a:off x="690562" y="4521443"/>
            <a:ext cx="7762875" cy="509137"/>
          </a:xfrm>
        </p:spPr>
        <p:txBody>
          <a:bodyPr/>
          <a:lstStyle/>
          <a:p>
            <a:r>
              <a:rPr lang="de-DE" dirty="0"/>
              <a:t>Professor Ashis G. Banerjee</a:t>
            </a:r>
          </a:p>
        </p:txBody>
      </p:sp>
      <p:sp>
        <p:nvSpPr>
          <p:cNvPr id="27653" name="Text Box 5"/>
          <p:cNvSpPr txBox="1">
            <a:spLocks noChangeArrowheads="1"/>
          </p:cNvSpPr>
          <p:nvPr/>
        </p:nvSpPr>
        <p:spPr bwMode="auto">
          <a:xfrm>
            <a:off x="399244" y="5030581"/>
            <a:ext cx="83455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600"/>
              </a:spcBef>
            </a:pPr>
            <a:r>
              <a:rPr lang="en-US" sz="2400" dirty="0"/>
              <a:t>April 06 - 13, 2026</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192586"/>
            <a:ext cx="914400" cy="914400"/>
          </a:xfrm>
          <a:prstGeom prst="rect">
            <a:avLst/>
          </a:prstGeom>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6A3673-4AFA-00F9-828C-CA773E729F76}"/>
              </a:ext>
            </a:extLst>
          </p:cNvPr>
          <p:cNvSpPr>
            <a:spLocks noGrp="1"/>
          </p:cNvSpPr>
          <p:nvPr>
            <p:ph idx="1"/>
          </p:nvPr>
        </p:nvSpPr>
        <p:spPr/>
        <p:txBody>
          <a:bodyPr/>
          <a:lstStyle/>
          <a:p>
            <a:r>
              <a:rPr lang="en-US" dirty="0"/>
              <a:t>Clustering</a:t>
            </a:r>
          </a:p>
          <a:p>
            <a:pPr lvl="1"/>
            <a:r>
              <a:rPr lang="en-US" i="1" dirty="0"/>
              <a:t>Unsupervised</a:t>
            </a:r>
            <a:r>
              <a:rPr lang="en-US" dirty="0"/>
              <a:t> machine learning technique designed to group unlabeled observations/samples/points based on their similarity to each other</a:t>
            </a:r>
          </a:p>
        </p:txBody>
      </p:sp>
      <p:sp>
        <p:nvSpPr>
          <p:cNvPr id="3" name="Title 2">
            <a:extLst>
              <a:ext uri="{FF2B5EF4-FFF2-40B4-BE49-F238E27FC236}">
                <a16:creationId xmlns:a16="http://schemas.microsoft.com/office/drawing/2014/main" id="{20C5C554-A1F3-A611-6908-C4AA29DF3EC7}"/>
              </a:ext>
            </a:extLst>
          </p:cNvPr>
          <p:cNvSpPr>
            <a:spLocks noGrp="1"/>
          </p:cNvSpPr>
          <p:nvPr>
            <p:ph type="title"/>
          </p:nvPr>
        </p:nvSpPr>
        <p:spPr/>
        <p:txBody>
          <a:bodyPr/>
          <a:lstStyle/>
          <a:p>
            <a:r>
              <a:rPr lang="en-US" dirty="0"/>
              <a:t>Basics</a:t>
            </a:r>
          </a:p>
        </p:txBody>
      </p:sp>
      <p:pic>
        <p:nvPicPr>
          <p:cNvPr id="6" name="Picture 5" descr="A graph showing different colored dots&#10;&#10;Description automatically generated">
            <a:extLst>
              <a:ext uri="{FF2B5EF4-FFF2-40B4-BE49-F238E27FC236}">
                <a16:creationId xmlns:a16="http://schemas.microsoft.com/office/drawing/2014/main" id="{455F0674-0F44-9563-14E7-DE6363C80A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6581" y="2968625"/>
            <a:ext cx="6442238" cy="3657600"/>
          </a:xfrm>
          <a:prstGeom prst="rect">
            <a:avLst/>
          </a:prstGeom>
        </p:spPr>
      </p:pic>
    </p:spTree>
    <p:extLst>
      <p:ext uri="{BB962C8B-B14F-4D97-AF65-F5344CB8AC3E}">
        <p14:creationId xmlns:p14="http://schemas.microsoft.com/office/powerpoint/2010/main" val="23496332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F34068A-60C8-E777-82EF-5EA517D3C250}"/>
              </a:ext>
            </a:extLst>
          </p:cNvPr>
          <p:cNvSpPr>
            <a:spLocks noGrp="1"/>
          </p:cNvSpPr>
          <p:nvPr>
            <p:ph idx="1"/>
          </p:nvPr>
        </p:nvSpPr>
        <p:spPr>
          <a:xfrm>
            <a:off x="228600" y="1467556"/>
            <a:ext cx="8686800" cy="5197858"/>
          </a:xfrm>
        </p:spPr>
        <p:txBody>
          <a:bodyPr/>
          <a:lstStyle/>
          <a:p>
            <a:r>
              <a:rPr lang="en-US" dirty="0"/>
              <a:t>Agglomerative (bottom-up):</a:t>
            </a:r>
          </a:p>
          <a:p>
            <a:pPr lvl="1"/>
            <a:r>
              <a:rPr lang="en-US" dirty="0"/>
              <a:t>Each observation starts in its own cluster, and pairs of clusters are merged as one moves up the hierarchy; output is called </a:t>
            </a:r>
            <a:r>
              <a:rPr lang="en-US" i="1" dirty="0" err="1"/>
              <a:t>dendogram</a:t>
            </a:r>
            <a:endParaRPr lang="en-US" i="1" dirty="0"/>
          </a:p>
          <a:p>
            <a:pPr lvl="1"/>
            <a:endParaRPr lang="en-US" sz="800" dirty="0"/>
          </a:p>
          <a:p>
            <a:r>
              <a:rPr lang="en-US" dirty="0"/>
              <a:t>Divisive (top-down):</a:t>
            </a:r>
          </a:p>
          <a:p>
            <a:pPr lvl="1"/>
            <a:r>
              <a:rPr lang="en-US" dirty="0"/>
              <a:t>All the observations start in one cluster, and splits are performed recursively as one moves down the hierarchy</a:t>
            </a:r>
          </a:p>
          <a:p>
            <a:pPr lvl="1"/>
            <a:endParaRPr lang="en-US" sz="800" dirty="0"/>
          </a:p>
          <a:p>
            <a:r>
              <a:rPr lang="en-US" dirty="0"/>
              <a:t>Choices</a:t>
            </a:r>
          </a:p>
          <a:p>
            <a:pPr lvl="1"/>
            <a:r>
              <a:rPr lang="en-US" i="1" dirty="0"/>
              <a:t>Distance</a:t>
            </a:r>
            <a:r>
              <a:rPr lang="en-US" dirty="0"/>
              <a:t> </a:t>
            </a:r>
            <a:r>
              <a:rPr lang="en-US" i="1" dirty="0"/>
              <a:t>d</a:t>
            </a:r>
            <a:r>
              <a:rPr lang="en-US" dirty="0"/>
              <a:t> as (dis)similarity measure between individual observations; e.g., Euclidean, Manhattan/taxicab, etc.</a:t>
            </a:r>
          </a:p>
          <a:p>
            <a:pPr lvl="1"/>
            <a:r>
              <a:rPr lang="en-US" i="1" dirty="0"/>
              <a:t>Linkage</a:t>
            </a:r>
            <a:r>
              <a:rPr lang="en-US" dirty="0"/>
              <a:t> criterion for (dis)similarity between </a:t>
            </a:r>
            <a:r>
              <a:rPr lang="en-US" i="1" dirty="0"/>
              <a:t>sets</a:t>
            </a:r>
            <a:r>
              <a:rPr lang="en-US" dirty="0"/>
              <a:t> of observations</a:t>
            </a:r>
          </a:p>
          <a:p>
            <a:pPr lvl="2"/>
            <a:r>
              <a:rPr lang="en-US" dirty="0"/>
              <a:t>Maximum or complete-linkage clustering</a:t>
            </a:r>
          </a:p>
          <a:p>
            <a:pPr lvl="2"/>
            <a:r>
              <a:rPr lang="en-US" dirty="0"/>
              <a:t>Minimum or single-linkage clustering</a:t>
            </a:r>
          </a:p>
          <a:p>
            <a:pPr lvl="2"/>
            <a:r>
              <a:rPr lang="en-US" dirty="0"/>
              <a:t>Average-linkage clustering, and many more </a:t>
            </a:r>
          </a:p>
        </p:txBody>
      </p:sp>
      <p:sp>
        <p:nvSpPr>
          <p:cNvPr id="3" name="Title 2">
            <a:extLst>
              <a:ext uri="{FF2B5EF4-FFF2-40B4-BE49-F238E27FC236}">
                <a16:creationId xmlns:a16="http://schemas.microsoft.com/office/drawing/2014/main" id="{D2AE3AB0-5B02-89AF-00E0-5A8C509C066C}"/>
              </a:ext>
            </a:extLst>
          </p:cNvPr>
          <p:cNvSpPr>
            <a:spLocks noGrp="1"/>
          </p:cNvSpPr>
          <p:nvPr>
            <p:ph type="title"/>
          </p:nvPr>
        </p:nvSpPr>
        <p:spPr/>
        <p:txBody>
          <a:bodyPr/>
          <a:lstStyle/>
          <a:p>
            <a:r>
              <a:rPr lang="en-US" dirty="0"/>
              <a:t>Connectivity / Hierarchical Model</a:t>
            </a:r>
          </a:p>
        </p:txBody>
      </p:sp>
    </p:spTree>
    <p:extLst>
      <p:ext uri="{BB962C8B-B14F-4D97-AF65-F5344CB8AC3E}">
        <p14:creationId xmlns:p14="http://schemas.microsoft.com/office/powerpoint/2010/main" val="1818461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E618A-7492-CB46-A568-AE6AAA757FF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142463F-FD16-7F61-198C-77CBAF64543C}"/>
              </a:ext>
            </a:extLst>
          </p:cNvPr>
          <p:cNvSpPr>
            <a:spLocks noGrp="1"/>
          </p:cNvSpPr>
          <p:nvPr>
            <p:ph idx="1"/>
          </p:nvPr>
        </p:nvSpPr>
        <p:spPr>
          <a:xfrm>
            <a:off x="228600" y="1447800"/>
            <a:ext cx="8686800" cy="5029200"/>
          </a:xfrm>
        </p:spPr>
        <p:txBody>
          <a:bodyPr/>
          <a:lstStyle/>
          <a:p>
            <a:r>
              <a:rPr lang="en-US" dirty="0"/>
              <a:t>Most common form is </a:t>
            </a:r>
            <a:r>
              <a:rPr lang="en-US" i="1" dirty="0"/>
              <a:t>k</a:t>
            </a:r>
            <a:r>
              <a:rPr lang="en-US" dirty="0"/>
              <a:t>-means clustering</a:t>
            </a:r>
          </a:p>
          <a:p>
            <a:pPr lvl="1"/>
            <a:r>
              <a:rPr lang="en-US" dirty="0"/>
              <a:t>Find </a:t>
            </a:r>
            <a:r>
              <a:rPr lang="en-US" i="1" dirty="0"/>
              <a:t>k</a:t>
            </a:r>
            <a:r>
              <a:rPr lang="en-US" dirty="0"/>
              <a:t> cluster centers and assign the samples to the nearest cluster center such that the squared distances from the center are minimized</a:t>
            </a:r>
          </a:p>
          <a:p>
            <a:pPr lvl="1"/>
            <a:r>
              <a:rPr lang="en-US" dirty="0"/>
              <a:t>Approximately solved to partition the sample space into a </a:t>
            </a:r>
            <a:r>
              <a:rPr lang="en-US" i="1" dirty="0"/>
              <a:t>Voronoi</a:t>
            </a:r>
            <a:r>
              <a:rPr lang="en-US" dirty="0"/>
              <a:t> diagram structure</a:t>
            </a:r>
          </a:p>
          <a:p>
            <a:pPr lvl="1"/>
            <a:r>
              <a:rPr lang="en-US" dirty="0"/>
              <a:t>Conceptually, it is like </a:t>
            </a:r>
            <a:r>
              <a:rPr lang="en-US" i="1" dirty="0"/>
              <a:t>k</a:t>
            </a:r>
            <a:r>
              <a:rPr lang="en-US" dirty="0"/>
              <a:t>-nearest neighbor (</a:t>
            </a:r>
            <a:r>
              <a:rPr lang="en-US" i="1" dirty="0"/>
              <a:t>k</a:t>
            </a:r>
            <a:r>
              <a:rPr lang="en-US" dirty="0"/>
              <a:t>-NN) classification</a:t>
            </a:r>
          </a:p>
          <a:p>
            <a:pPr lvl="1"/>
            <a:r>
              <a:rPr lang="en-US" dirty="0"/>
              <a:t>Challenges</a:t>
            </a:r>
          </a:p>
          <a:p>
            <a:pPr lvl="2"/>
            <a:r>
              <a:rPr lang="en-US" dirty="0"/>
              <a:t>How do you select </a:t>
            </a:r>
            <a:r>
              <a:rPr lang="en-US" i="1" dirty="0"/>
              <a:t>k</a:t>
            </a:r>
            <a:r>
              <a:rPr lang="en-US" dirty="0"/>
              <a:t>?</a:t>
            </a:r>
          </a:p>
          <a:p>
            <a:pPr lvl="2"/>
            <a:r>
              <a:rPr lang="en-US" dirty="0"/>
              <a:t>How good is the approximate solution?</a:t>
            </a:r>
          </a:p>
          <a:p>
            <a:pPr lvl="2"/>
            <a:r>
              <a:rPr lang="en-US" dirty="0"/>
              <a:t>Works only when the clusters are (almost) of the same size</a:t>
            </a:r>
          </a:p>
        </p:txBody>
      </p:sp>
      <p:sp>
        <p:nvSpPr>
          <p:cNvPr id="3" name="Title 2">
            <a:extLst>
              <a:ext uri="{FF2B5EF4-FFF2-40B4-BE49-F238E27FC236}">
                <a16:creationId xmlns:a16="http://schemas.microsoft.com/office/drawing/2014/main" id="{3314248C-E1B8-6A87-BA96-74B2CB716814}"/>
              </a:ext>
            </a:extLst>
          </p:cNvPr>
          <p:cNvSpPr>
            <a:spLocks noGrp="1"/>
          </p:cNvSpPr>
          <p:nvPr>
            <p:ph type="title"/>
          </p:nvPr>
        </p:nvSpPr>
        <p:spPr/>
        <p:txBody>
          <a:bodyPr/>
          <a:lstStyle/>
          <a:p>
            <a:r>
              <a:rPr lang="en-US" dirty="0"/>
              <a:t>Centroid Model</a:t>
            </a:r>
          </a:p>
        </p:txBody>
      </p:sp>
      <p:pic>
        <p:nvPicPr>
          <p:cNvPr id="6" name="Picture 5" descr="A screen shot of a computer screen&#10;&#10;Description automatically generated">
            <a:extLst>
              <a:ext uri="{FF2B5EF4-FFF2-40B4-BE49-F238E27FC236}">
                <a16:creationId xmlns:a16="http://schemas.microsoft.com/office/drawing/2014/main" id="{EA83F6D5-D9E3-B6B8-CEDB-60D4DBD7BE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0165" y="4946374"/>
            <a:ext cx="1913382" cy="2057400"/>
          </a:xfrm>
          <a:prstGeom prst="rect">
            <a:avLst/>
          </a:prstGeom>
        </p:spPr>
      </p:pic>
      <p:pic>
        <p:nvPicPr>
          <p:cNvPr id="8" name="Picture 7" descr="A graph with a blue line&#10;&#10;Description automatically generated">
            <a:extLst>
              <a:ext uri="{FF2B5EF4-FFF2-40B4-BE49-F238E27FC236}">
                <a16:creationId xmlns:a16="http://schemas.microsoft.com/office/drawing/2014/main" id="{D93C5CA7-E6D8-0901-7B1D-FA532ECF00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05111" y="4946374"/>
            <a:ext cx="4572000" cy="1871440"/>
          </a:xfrm>
          <a:prstGeom prst="rect">
            <a:avLst/>
          </a:prstGeom>
        </p:spPr>
      </p:pic>
    </p:spTree>
    <p:extLst>
      <p:ext uri="{BB962C8B-B14F-4D97-AF65-F5344CB8AC3E}">
        <p14:creationId xmlns:p14="http://schemas.microsoft.com/office/powerpoint/2010/main" val="3719978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C3E91-3600-2A8F-3052-D7C6C18A545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38AC73B-B7C8-7057-6068-AB4272F53527}"/>
              </a:ext>
            </a:extLst>
          </p:cNvPr>
          <p:cNvSpPr>
            <a:spLocks noGrp="1"/>
          </p:cNvSpPr>
          <p:nvPr>
            <p:ph idx="1"/>
          </p:nvPr>
        </p:nvSpPr>
        <p:spPr/>
        <p:txBody>
          <a:bodyPr/>
          <a:lstStyle/>
          <a:p>
            <a:r>
              <a:rPr lang="en-US" dirty="0"/>
              <a:t>Clusters are defined as areas of higher density than the remainder of the data set; observations in sparse areas are considered as noise or border points</a:t>
            </a:r>
          </a:p>
          <a:p>
            <a:endParaRPr lang="en-US" sz="800" dirty="0"/>
          </a:p>
          <a:p>
            <a:r>
              <a:rPr lang="en-US" dirty="0"/>
              <a:t>Most popular method is DBSCAN</a:t>
            </a:r>
          </a:p>
          <a:p>
            <a:pPr lvl="1"/>
            <a:r>
              <a:rPr lang="en-US" dirty="0"/>
              <a:t>Clusters all the observations within a chosen distance threshold, called the </a:t>
            </a:r>
            <a:r>
              <a:rPr lang="en-US" i="1" dirty="0"/>
              <a:t>range</a:t>
            </a:r>
            <a:r>
              <a:rPr lang="en-US" dirty="0"/>
              <a:t>, such that a minimum no. of observations are included</a:t>
            </a:r>
          </a:p>
          <a:p>
            <a:pPr lvl="1"/>
            <a:r>
              <a:rPr lang="en-US" dirty="0"/>
              <a:t>Similar to linkage-based clustering </a:t>
            </a:r>
          </a:p>
          <a:p>
            <a:endParaRPr lang="en-US" sz="800" dirty="0"/>
          </a:p>
          <a:p>
            <a:r>
              <a:rPr lang="en-US" dirty="0"/>
              <a:t>A widely-used generalization is called OPTICS</a:t>
            </a:r>
          </a:p>
          <a:p>
            <a:pPr lvl="1"/>
            <a:r>
              <a:rPr lang="en-US" dirty="0"/>
              <a:t>Removes requirement of specific value of range parameter to generate a hierarchical output</a:t>
            </a:r>
          </a:p>
        </p:txBody>
      </p:sp>
      <p:sp>
        <p:nvSpPr>
          <p:cNvPr id="3" name="Title 2">
            <a:extLst>
              <a:ext uri="{FF2B5EF4-FFF2-40B4-BE49-F238E27FC236}">
                <a16:creationId xmlns:a16="http://schemas.microsoft.com/office/drawing/2014/main" id="{D785D32A-EF21-7042-1EDB-B165FFD01EE7}"/>
              </a:ext>
            </a:extLst>
          </p:cNvPr>
          <p:cNvSpPr>
            <a:spLocks noGrp="1"/>
          </p:cNvSpPr>
          <p:nvPr>
            <p:ph type="title"/>
          </p:nvPr>
        </p:nvSpPr>
        <p:spPr/>
        <p:txBody>
          <a:bodyPr/>
          <a:lstStyle/>
          <a:p>
            <a:r>
              <a:rPr lang="en-US" dirty="0"/>
              <a:t>Density Models</a:t>
            </a:r>
          </a:p>
        </p:txBody>
      </p:sp>
    </p:spTree>
    <p:extLst>
      <p:ext uri="{BB962C8B-B14F-4D97-AF65-F5344CB8AC3E}">
        <p14:creationId xmlns:p14="http://schemas.microsoft.com/office/powerpoint/2010/main" val="2888619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806F8-BFDA-C381-A3DE-CB8988B3919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A022D1B-5721-5949-44E1-6C8A868CBA78}"/>
              </a:ext>
            </a:extLst>
          </p:cNvPr>
          <p:cNvSpPr>
            <a:spLocks noGrp="1"/>
          </p:cNvSpPr>
          <p:nvPr>
            <p:ph type="title"/>
          </p:nvPr>
        </p:nvSpPr>
        <p:spPr/>
        <p:txBody>
          <a:bodyPr/>
          <a:lstStyle/>
          <a:p>
            <a:r>
              <a:rPr lang="en-US" dirty="0"/>
              <a:t>Density Models (Cont’d.)</a:t>
            </a:r>
          </a:p>
        </p:txBody>
      </p:sp>
      <p:pic>
        <p:nvPicPr>
          <p:cNvPr id="6" name="Picture 5" descr="A green and blue dots&#10;&#10;Description automatically generated">
            <a:extLst>
              <a:ext uri="{FF2B5EF4-FFF2-40B4-BE49-F238E27FC236}">
                <a16:creationId xmlns:a16="http://schemas.microsoft.com/office/drawing/2014/main" id="{AB613849-9D03-1104-67A9-1C3C6F28D1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2009423"/>
            <a:ext cx="2527300" cy="2552700"/>
          </a:xfrm>
          <a:prstGeom prst="rect">
            <a:avLst/>
          </a:prstGeom>
        </p:spPr>
      </p:pic>
      <p:pic>
        <p:nvPicPr>
          <p:cNvPr id="8" name="Picture 7">
            <a:extLst>
              <a:ext uri="{FF2B5EF4-FFF2-40B4-BE49-F238E27FC236}">
                <a16:creationId xmlns:a16="http://schemas.microsoft.com/office/drawing/2014/main" id="{8FA0FCB7-E2FB-2957-F78C-551159A885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44523" y="2158999"/>
            <a:ext cx="2514600" cy="2703871"/>
          </a:xfrm>
          <a:prstGeom prst="rect">
            <a:avLst/>
          </a:prstGeom>
        </p:spPr>
      </p:pic>
      <p:pic>
        <p:nvPicPr>
          <p:cNvPr id="10" name="Picture 9" descr="A screen shot of a computer screen&#10;&#10;Description automatically generated">
            <a:extLst>
              <a:ext uri="{FF2B5EF4-FFF2-40B4-BE49-F238E27FC236}">
                <a16:creationId xmlns:a16="http://schemas.microsoft.com/office/drawing/2014/main" id="{B1BA013F-C686-18D3-9E62-1C2A5ED4A6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90546" y="2158999"/>
            <a:ext cx="2514600" cy="2703871"/>
          </a:xfrm>
          <a:prstGeom prst="rect">
            <a:avLst/>
          </a:prstGeom>
        </p:spPr>
      </p:pic>
      <p:sp>
        <p:nvSpPr>
          <p:cNvPr id="11" name="TextBox 10">
            <a:extLst>
              <a:ext uri="{FF2B5EF4-FFF2-40B4-BE49-F238E27FC236}">
                <a16:creationId xmlns:a16="http://schemas.microsoft.com/office/drawing/2014/main" id="{1D30282B-DEFA-3877-1425-76270C775B0E}"/>
              </a:ext>
            </a:extLst>
          </p:cNvPr>
          <p:cNvSpPr txBox="1"/>
          <p:nvPr/>
        </p:nvSpPr>
        <p:spPr>
          <a:xfrm>
            <a:off x="685800" y="4862870"/>
            <a:ext cx="2091267" cy="338554"/>
          </a:xfrm>
          <a:prstGeom prst="rect">
            <a:avLst/>
          </a:prstGeom>
          <a:noFill/>
        </p:spPr>
        <p:txBody>
          <a:bodyPr wrap="square" rtlCol="0">
            <a:spAutoFit/>
          </a:bodyPr>
          <a:lstStyle/>
          <a:p>
            <a:r>
              <a:rPr lang="en-US" dirty="0">
                <a:solidFill>
                  <a:srgbClr val="7030A0"/>
                </a:solidFill>
              </a:rPr>
              <a:t>DBSCAN works well</a:t>
            </a:r>
          </a:p>
        </p:txBody>
      </p:sp>
      <p:sp>
        <p:nvSpPr>
          <p:cNvPr id="12" name="TextBox 11">
            <a:extLst>
              <a:ext uri="{FF2B5EF4-FFF2-40B4-BE49-F238E27FC236}">
                <a16:creationId xmlns:a16="http://schemas.microsoft.com/office/drawing/2014/main" id="{279AA49E-BD14-6D6A-BC33-1C65782BCCB3}"/>
              </a:ext>
            </a:extLst>
          </p:cNvPr>
          <p:cNvSpPr txBox="1"/>
          <p:nvPr/>
        </p:nvSpPr>
        <p:spPr>
          <a:xfrm>
            <a:off x="3656189" y="4862870"/>
            <a:ext cx="2091267" cy="830997"/>
          </a:xfrm>
          <a:prstGeom prst="rect">
            <a:avLst/>
          </a:prstGeom>
          <a:noFill/>
        </p:spPr>
        <p:txBody>
          <a:bodyPr wrap="square" rtlCol="0">
            <a:spAutoFit/>
          </a:bodyPr>
          <a:lstStyle/>
          <a:p>
            <a:r>
              <a:rPr lang="en-US" dirty="0">
                <a:solidFill>
                  <a:srgbClr val="7030A0"/>
                </a:solidFill>
              </a:rPr>
              <a:t>DBSCAN cannot separate nearby samples</a:t>
            </a:r>
          </a:p>
        </p:txBody>
      </p:sp>
      <p:sp>
        <p:nvSpPr>
          <p:cNvPr id="13" name="TextBox 12">
            <a:extLst>
              <a:ext uri="{FF2B5EF4-FFF2-40B4-BE49-F238E27FC236}">
                <a16:creationId xmlns:a16="http://schemas.microsoft.com/office/drawing/2014/main" id="{D6861F7B-0359-9514-8C3C-02909C8BD134}"/>
              </a:ext>
            </a:extLst>
          </p:cNvPr>
          <p:cNvSpPr txBox="1"/>
          <p:nvPr/>
        </p:nvSpPr>
        <p:spPr>
          <a:xfrm>
            <a:off x="6366933" y="4862870"/>
            <a:ext cx="2091267" cy="830997"/>
          </a:xfrm>
          <a:prstGeom prst="rect">
            <a:avLst/>
          </a:prstGeom>
          <a:noFill/>
        </p:spPr>
        <p:txBody>
          <a:bodyPr wrap="square" rtlCol="0">
            <a:spAutoFit/>
          </a:bodyPr>
          <a:lstStyle/>
          <a:p>
            <a:r>
              <a:rPr lang="en-US" dirty="0">
                <a:solidFill>
                  <a:srgbClr val="7030A0"/>
                </a:solidFill>
              </a:rPr>
              <a:t>OPTICS alleviates nearby sample separation problem</a:t>
            </a:r>
          </a:p>
        </p:txBody>
      </p:sp>
    </p:spTree>
    <p:extLst>
      <p:ext uri="{BB962C8B-B14F-4D97-AF65-F5344CB8AC3E}">
        <p14:creationId xmlns:p14="http://schemas.microsoft.com/office/powerpoint/2010/main" val="4162219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CC7CA-8F90-4BB3-3765-5D519940FBD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FC1FC50-457B-7144-BE9E-963C6FAD60ED}"/>
              </a:ext>
            </a:extLst>
          </p:cNvPr>
          <p:cNvSpPr>
            <a:spLocks noGrp="1"/>
          </p:cNvSpPr>
          <p:nvPr>
            <p:ph idx="1"/>
          </p:nvPr>
        </p:nvSpPr>
        <p:spPr>
          <a:xfrm>
            <a:off x="228600" y="1447800"/>
            <a:ext cx="3666067" cy="5029200"/>
          </a:xfrm>
        </p:spPr>
        <p:txBody>
          <a:bodyPr/>
          <a:lstStyle/>
          <a:p>
            <a:r>
              <a:rPr lang="en-US" sz="2000" dirty="0" err="1"/>
              <a:t>Unterberger</a:t>
            </a:r>
            <a:r>
              <a:rPr lang="en-US" sz="2000" dirty="0"/>
              <a:t>, P. and Müller, J.M., 2021. Clustering and classification of manufacturing enterprises regarding their industry 4.0 reshoring incentives. </a:t>
            </a:r>
            <a:r>
              <a:rPr lang="en-US" sz="2000" i="1" dirty="0"/>
              <a:t>Procedia Computer Science</a:t>
            </a:r>
            <a:r>
              <a:rPr lang="en-US" sz="2000" dirty="0"/>
              <a:t>, 180, pp.696-705.</a:t>
            </a:r>
          </a:p>
          <a:p>
            <a:pPr lvl="1"/>
            <a:r>
              <a:rPr lang="en-US" sz="1800" i="1" dirty="0"/>
              <a:t>K</a:t>
            </a:r>
            <a:r>
              <a:rPr lang="en-US" sz="1800" dirty="0"/>
              <a:t>-means clustering of 94 companies using a carefully-crafted questionnaire</a:t>
            </a:r>
          </a:p>
          <a:p>
            <a:pPr lvl="1"/>
            <a:r>
              <a:rPr lang="en-US" sz="1800" dirty="0"/>
              <a:t>Elbow test with </a:t>
            </a:r>
            <a:r>
              <a:rPr lang="en-US" sz="1800" i="1" dirty="0"/>
              <a:t>K</a:t>
            </a:r>
            <a:r>
              <a:rPr lang="en-US" sz="1800" dirty="0"/>
              <a:t>={2,…,15}</a:t>
            </a:r>
          </a:p>
        </p:txBody>
      </p:sp>
      <p:sp>
        <p:nvSpPr>
          <p:cNvPr id="3" name="Title 2">
            <a:extLst>
              <a:ext uri="{FF2B5EF4-FFF2-40B4-BE49-F238E27FC236}">
                <a16:creationId xmlns:a16="http://schemas.microsoft.com/office/drawing/2014/main" id="{2B7E3BF4-ABF1-B8B1-9E16-A9D27EF98D60}"/>
              </a:ext>
            </a:extLst>
          </p:cNvPr>
          <p:cNvSpPr>
            <a:spLocks noGrp="1"/>
          </p:cNvSpPr>
          <p:nvPr>
            <p:ph type="title"/>
          </p:nvPr>
        </p:nvSpPr>
        <p:spPr>
          <a:xfrm>
            <a:off x="1143000" y="231775"/>
            <a:ext cx="7772400" cy="838200"/>
          </a:xfrm>
        </p:spPr>
        <p:txBody>
          <a:bodyPr/>
          <a:lstStyle/>
          <a:p>
            <a:r>
              <a:rPr lang="en-US" dirty="0"/>
              <a:t>Case Study: Grouping of Enterprises Based on Reshoring Incentives</a:t>
            </a:r>
          </a:p>
        </p:txBody>
      </p:sp>
      <p:pic>
        <p:nvPicPr>
          <p:cNvPr id="5" name="Picture 4">
            <a:extLst>
              <a:ext uri="{FF2B5EF4-FFF2-40B4-BE49-F238E27FC236}">
                <a16:creationId xmlns:a16="http://schemas.microsoft.com/office/drawing/2014/main" id="{C33B841C-ADB9-3FCD-7983-BACCE248B505}"/>
              </a:ext>
            </a:extLst>
          </p:cNvPr>
          <p:cNvPicPr>
            <a:picLocks noChangeAspect="1"/>
          </p:cNvPicPr>
          <p:nvPr/>
        </p:nvPicPr>
        <p:blipFill>
          <a:blip r:embed="rId2"/>
          <a:stretch>
            <a:fillRect/>
          </a:stretch>
        </p:blipFill>
        <p:spPr>
          <a:xfrm>
            <a:off x="4447822" y="1597025"/>
            <a:ext cx="4243971" cy="5029200"/>
          </a:xfrm>
          <a:prstGeom prst="rect">
            <a:avLst/>
          </a:prstGeom>
        </p:spPr>
      </p:pic>
    </p:spTree>
    <p:extLst>
      <p:ext uri="{BB962C8B-B14F-4D97-AF65-F5344CB8AC3E}">
        <p14:creationId xmlns:p14="http://schemas.microsoft.com/office/powerpoint/2010/main" val="8472003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D1791-F1D4-6974-5A93-6292465CD4E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EF6F6B2-7313-0F6B-9C68-D81CDBEB49DE}"/>
              </a:ext>
            </a:extLst>
          </p:cNvPr>
          <p:cNvSpPr>
            <a:spLocks noGrp="1"/>
          </p:cNvSpPr>
          <p:nvPr>
            <p:ph idx="1"/>
          </p:nvPr>
        </p:nvSpPr>
        <p:spPr/>
        <p:txBody>
          <a:bodyPr/>
          <a:lstStyle/>
          <a:p>
            <a:r>
              <a:rPr lang="en-US" sz="2000" dirty="0"/>
              <a:t>Suman, S., Karna, A. and </a:t>
            </a:r>
            <a:r>
              <a:rPr lang="en-US" sz="2000" dirty="0" err="1"/>
              <a:t>Gibert</a:t>
            </a:r>
            <a:r>
              <a:rPr lang="en-US" sz="2000" dirty="0"/>
              <a:t>, K., 2022. Bootstrap–CURE: A novel clustering approach for sensor data—an application to 3D printing industry. </a:t>
            </a:r>
            <a:r>
              <a:rPr lang="en-US" sz="2000" i="1" dirty="0"/>
              <a:t>Applied Sciences</a:t>
            </a:r>
            <a:r>
              <a:rPr lang="en-US" sz="2000" dirty="0"/>
              <a:t>, 12(4), p.2191.</a:t>
            </a:r>
          </a:p>
          <a:p>
            <a:pPr lvl="1"/>
            <a:r>
              <a:rPr lang="en-US" sz="1800" dirty="0"/>
              <a:t>8 machines, 41 sensors, 46,821 sensor readings, clustered into 4 groups based on usefulness in indicating successful printing jobs</a:t>
            </a:r>
          </a:p>
        </p:txBody>
      </p:sp>
      <p:sp>
        <p:nvSpPr>
          <p:cNvPr id="3" name="Title 2">
            <a:extLst>
              <a:ext uri="{FF2B5EF4-FFF2-40B4-BE49-F238E27FC236}">
                <a16:creationId xmlns:a16="http://schemas.microsoft.com/office/drawing/2014/main" id="{5B834DC7-212D-6D03-D4E5-F0009A6EB401}"/>
              </a:ext>
            </a:extLst>
          </p:cNvPr>
          <p:cNvSpPr>
            <a:spLocks noGrp="1"/>
          </p:cNvSpPr>
          <p:nvPr>
            <p:ph type="title"/>
          </p:nvPr>
        </p:nvSpPr>
        <p:spPr>
          <a:xfrm>
            <a:off x="1143000" y="231775"/>
            <a:ext cx="7772400" cy="838200"/>
          </a:xfrm>
        </p:spPr>
        <p:txBody>
          <a:bodyPr/>
          <a:lstStyle/>
          <a:p>
            <a:r>
              <a:rPr lang="en-US" dirty="0"/>
              <a:t>Case Study: 3D Printing Sensor Data Analytics</a:t>
            </a:r>
          </a:p>
        </p:txBody>
      </p:sp>
      <p:pic>
        <p:nvPicPr>
          <p:cNvPr id="5" name="Picture 4">
            <a:extLst>
              <a:ext uri="{FF2B5EF4-FFF2-40B4-BE49-F238E27FC236}">
                <a16:creationId xmlns:a16="http://schemas.microsoft.com/office/drawing/2014/main" id="{6BF00F78-CF95-ED51-85A2-E91FFDDF4907}"/>
              </a:ext>
            </a:extLst>
          </p:cNvPr>
          <p:cNvPicPr>
            <a:picLocks noChangeAspect="1"/>
          </p:cNvPicPr>
          <p:nvPr/>
        </p:nvPicPr>
        <p:blipFill>
          <a:blip r:embed="rId2"/>
          <a:stretch>
            <a:fillRect/>
          </a:stretch>
        </p:blipFill>
        <p:spPr>
          <a:xfrm>
            <a:off x="408302" y="3429000"/>
            <a:ext cx="4163698" cy="2971800"/>
          </a:xfrm>
          <a:prstGeom prst="rect">
            <a:avLst/>
          </a:prstGeom>
        </p:spPr>
      </p:pic>
      <p:pic>
        <p:nvPicPr>
          <p:cNvPr id="6" name="Picture 5">
            <a:extLst>
              <a:ext uri="{FF2B5EF4-FFF2-40B4-BE49-F238E27FC236}">
                <a16:creationId xmlns:a16="http://schemas.microsoft.com/office/drawing/2014/main" id="{BFBC3277-6EED-BA98-C960-936CC78454B8}"/>
              </a:ext>
            </a:extLst>
          </p:cNvPr>
          <p:cNvPicPr>
            <a:picLocks noChangeAspect="1"/>
          </p:cNvPicPr>
          <p:nvPr/>
        </p:nvPicPr>
        <p:blipFill>
          <a:blip r:embed="rId3"/>
          <a:stretch>
            <a:fillRect/>
          </a:stretch>
        </p:blipFill>
        <p:spPr>
          <a:xfrm>
            <a:off x="4789864" y="3429000"/>
            <a:ext cx="3907671" cy="2971800"/>
          </a:xfrm>
          <a:prstGeom prst="rect">
            <a:avLst/>
          </a:prstGeom>
        </p:spPr>
      </p:pic>
    </p:spTree>
    <p:extLst>
      <p:ext uri="{BB962C8B-B14F-4D97-AF65-F5344CB8AC3E}">
        <p14:creationId xmlns:p14="http://schemas.microsoft.com/office/powerpoint/2010/main" val="1182816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BA5A-FB63-E164-BB26-79B2A36DA40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2DCE6AC-8D20-EDDF-BE2D-4DE1DE77CC57}"/>
              </a:ext>
            </a:extLst>
          </p:cNvPr>
          <p:cNvSpPr>
            <a:spLocks noGrp="1"/>
          </p:cNvSpPr>
          <p:nvPr>
            <p:ph idx="1"/>
          </p:nvPr>
        </p:nvSpPr>
        <p:spPr>
          <a:xfrm>
            <a:off x="228600" y="1447800"/>
            <a:ext cx="8686800" cy="2593622"/>
          </a:xfrm>
        </p:spPr>
        <p:txBody>
          <a:bodyPr/>
          <a:lstStyle/>
          <a:p>
            <a:r>
              <a:rPr lang="en-US" dirty="0"/>
              <a:t>Most common type is a self-organizing map (SOM)</a:t>
            </a:r>
          </a:p>
          <a:p>
            <a:pPr lvl="1"/>
            <a:r>
              <a:rPr lang="en-US" dirty="0"/>
              <a:t>Produce a low-dimensional representation (map) of a higher-dimensional data set while preserving its </a:t>
            </a:r>
            <a:r>
              <a:rPr lang="en-US" i="1" dirty="0"/>
              <a:t>topological structure</a:t>
            </a:r>
          </a:p>
          <a:p>
            <a:pPr lvl="1"/>
            <a:r>
              <a:rPr lang="en-US" dirty="0"/>
              <a:t>The map, typically a weighted neural network, is trained using </a:t>
            </a:r>
            <a:r>
              <a:rPr lang="en-US" i="1" dirty="0"/>
              <a:t>competitive learning</a:t>
            </a:r>
            <a:r>
              <a:rPr lang="en-US" dirty="0"/>
              <a:t>, where the neural weights are often initialized by sampling from the largest </a:t>
            </a:r>
            <a:r>
              <a:rPr lang="en-US" i="1" dirty="0"/>
              <a:t>principal component eigen vectors</a:t>
            </a:r>
          </a:p>
        </p:txBody>
      </p:sp>
      <p:sp>
        <p:nvSpPr>
          <p:cNvPr id="3" name="Title 2">
            <a:extLst>
              <a:ext uri="{FF2B5EF4-FFF2-40B4-BE49-F238E27FC236}">
                <a16:creationId xmlns:a16="http://schemas.microsoft.com/office/drawing/2014/main" id="{2B37146A-34B3-F431-1EA6-A5A4E0667E1F}"/>
              </a:ext>
            </a:extLst>
          </p:cNvPr>
          <p:cNvSpPr>
            <a:spLocks noGrp="1"/>
          </p:cNvSpPr>
          <p:nvPr>
            <p:ph type="title"/>
          </p:nvPr>
        </p:nvSpPr>
        <p:spPr/>
        <p:txBody>
          <a:bodyPr/>
          <a:lstStyle/>
          <a:p>
            <a:r>
              <a:rPr lang="en-US" dirty="0"/>
              <a:t>Advanced Technique: Neural Models</a:t>
            </a:r>
          </a:p>
        </p:txBody>
      </p:sp>
      <p:pic>
        <p:nvPicPr>
          <p:cNvPr id="6" name="Picture 5" descr="A blue light with a white ball in the middle&#10;&#10;Description automatically generated">
            <a:extLst>
              <a:ext uri="{FF2B5EF4-FFF2-40B4-BE49-F238E27FC236}">
                <a16:creationId xmlns:a16="http://schemas.microsoft.com/office/drawing/2014/main" id="{894521D4-DD65-9CF6-3E7C-10E302653D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2400" y="3561997"/>
            <a:ext cx="6350000" cy="1714500"/>
          </a:xfrm>
          <a:prstGeom prst="rect">
            <a:avLst/>
          </a:prstGeom>
        </p:spPr>
      </p:pic>
      <p:sp>
        <p:nvSpPr>
          <p:cNvPr id="7" name="TextBox 6">
            <a:extLst>
              <a:ext uri="{FF2B5EF4-FFF2-40B4-BE49-F238E27FC236}">
                <a16:creationId xmlns:a16="http://schemas.microsoft.com/office/drawing/2014/main" id="{1B24F762-EECB-D3F4-00F9-D99C06F71F5F}"/>
              </a:ext>
            </a:extLst>
          </p:cNvPr>
          <p:cNvSpPr txBox="1"/>
          <p:nvPr/>
        </p:nvSpPr>
        <p:spPr>
          <a:xfrm>
            <a:off x="228600" y="5288340"/>
            <a:ext cx="8686800" cy="1569660"/>
          </a:xfrm>
          <a:prstGeom prst="rect">
            <a:avLst/>
          </a:prstGeom>
          <a:noFill/>
        </p:spPr>
        <p:txBody>
          <a:bodyPr wrap="square" rtlCol="0">
            <a:spAutoFit/>
          </a:bodyPr>
          <a:lstStyle/>
          <a:p>
            <a:r>
              <a:rPr lang="en-US" dirty="0">
                <a:solidFill>
                  <a:srgbClr val="7030A0"/>
                </a:solidFill>
              </a:rPr>
              <a:t>An illustration of the training of a SOM. The blue blob is the distribution of the training data, and the small white disc is the current training datum drawn from that distribution. At first (left), the SOM nodes are arbitrarily positioned. The node (highlighted in yellow) which is nearest to the training datum is selected. It is moved towards the training datum, as (to a lesser extent) are its neighbors on the grid. After many iterations, the map tends to approximate the data distribution (right).</a:t>
            </a:r>
          </a:p>
        </p:txBody>
      </p:sp>
    </p:spTree>
    <p:extLst>
      <p:ext uri="{BB962C8B-B14F-4D97-AF65-F5344CB8AC3E}">
        <p14:creationId xmlns:p14="http://schemas.microsoft.com/office/powerpoint/2010/main" val="3287398250"/>
      </p:ext>
    </p:extLst>
  </p:cSld>
  <p:clrMapOvr>
    <a:masterClrMapping/>
  </p:clrMapOvr>
</p:sld>
</file>

<file path=ppt/theme/theme1.xml><?xml version="1.0" encoding="utf-8"?>
<a:theme xmlns:a="http://schemas.openxmlformats.org/drawingml/2006/main" name="2_Default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Book Antiqua"/>
        <a:ea typeface="ＭＳ 明朝"/>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9525">
          <a:solidFill>
            <a:schemeClr val="tx1"/>
          </a:solidFill>
        </a:ln>
      </a:spPr>
      <a:bodyPr rtlCol="0" anchor="ctr"/>
      <a:lstStyle>
        <a:defPPr algn="ctr">
          <a:defRPr/>
        </a:defPPr>
      </a:lstStyle>
    </a:spDef>
    <a:lnDef>
      <a:spPr bwMode="auto">
        <a:noFill/>
        <a:ln w="12700" cap="flat" cmpd="sng" algn="ctr">
          <a:solidFill>
            <a:srgbClr val="7030A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a:noFill/>
      </a:spPr>
      <a:bodyPr wrap="square" rtlCol="0">
        <a:spAutoFit/>
      </a:bodyPr>
      <a:lstStyle>
        <a:defPPr>
          <a:defRPr smtClean="0">
            <a:solidFill>
              <a:srgbClr val="7030A0"/>
            </a:solidFill>
          </a:defRPr>
        </a:defPPr>
      </a:lstStyle>
    </a:txDef>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3_Default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Book Antiqua"/>
        <a:ea typeface="ＭＳ 明朝"/>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6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6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102559</TotalTime>
  <Words>642</Words>
  <Application>Microsoft Macintosh PowerPoint</Application>
  <PresentationFormat>On-screen Show (4:3)</PresentationFormat>
  <Paragraphs>54</Paragraphs>
  <Slides>9</Slides>
  <Notes>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9</vt:i4>
      </vt:variant>
    </vt:vector>
  </HeadingPairs>
  <TitlesOfParts>
    <vt:vector size="15" baseType="lpstr">
      <vt:lpstr>Arial Unicode MS</vt:lpstr>
      <vt:lpstr>Arial</vt:lpstr>
      <vt:lpstr>Book Antiqua</vt:lpstr>
      <vt:lpstr>Wingdings</vt:lpstr>
      <vt:lpstr>2_Default Design</vt:lpstr>
      <vt:lpstr>3_Default Design</vt:lpstr>
      <vt:lpstr>ME 599 J, K / IND E 599 A AI/ML for Smart Manufacturing  Clustering</vt:lpstr>
      <vt:lpstr>Basics</vt:lpstr>
      <vt:lpstr>Connectivity / Hierarchical Model</vt:lpstr>
      <vt:lpstr>Centroid Model</vt:lpstr>
      <vt:lpstr>Density Models</vt:lpstr>
      <vt:lpstr>Density Models (Cont’d.)</vt:lpstr>
      <vt:lpstr>Case Study: Grouping of Enterprises Based on Reshoring Incentives</vt:lpstr>
      <vt:lpstr>Case Study: 3D Printing Sensor Data Analytics</vt:lpstr>
      <vt:lpstr>Advanced Technique: Neural Models</vt:lpstr>
    </vt:vector>
  </TitlesOfParts>
  <Company>SKG Lab User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UMCP</dc:creator>
  <cp:lastModifiedBy>Ashis G. Banerjee</cp:lastModifiedBy>
  <cp:revision>2572</cp:revision>
  <cp:lastPrinted>2016-01-22T23:20:15Z</cp:lastPrinted>
  <dcterms:created xsi:type="dcterms:W3CDTF">2008-05-05T16:40:45Z</dcterms:created>
  <dcterms:modified xsi:type="dcterms:W3CDTF">2026-04-06T20:25:39Z</dcterms:modified>
</cp:coreProperties>
</file>